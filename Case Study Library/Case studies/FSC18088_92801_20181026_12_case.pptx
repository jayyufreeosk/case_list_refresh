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43014</c:v>
                </c:pt>
                <c:pt idx="1">
                  <c:v>43021</c:v>
                </c:pt>
                <c:pt idx="2">
                  <c:v>43028</c:v>
                </c:pt>
                <c:pt idx="3">
                  <c:v>43035</c:v>
                </c:pt>
                <c:pt idx="4">
                  <c:v>43042</c:v>
                </c:pt>
                <c:pt idx="5">
                  <c:v>43049</c:v>
                </c:pt>
                <c:pt idx="6">
                  <c:v>43056</c:v>
                </c:pt>
                <c:pt idx="7">
                  <c:v>43063</c:v>
                </c:pt>
                <c:pt idx="8">
                  <c:v>43070</c:v>
                </c:pt>
                <c:pt idx="9">
                  <c:v>43077</c:v>
                </c:pt>
                <c:pt idx="10">
                  <c:v>43084</c:v>
                </c:pt>
                <c:pt idx="11">
                  <c:v>43091</c:v>
                </c:pt>
                <c:pt idx="12">
                  <c:v>43098</c:v>
                </c:pt>
                <c:pt idx="13">
                  <c:v>43105</c:v>
                </c:pt>
                <c:pt idx="14">
                  <c:v>43112</c:v>
                </c:pt>
                <c:pt idx="15">
                  <c:v>43119</c:v>
                </c:pt>
                <c:pt idx="16">
                  <c:v>43126</c:v>
                </c:pt>
                <c:pt idx="17">
                  <c:v>43133</c:v>
                </c:pt>
                <c:pt idx="18">
                  <c:v>43140</c:v>
                </c:pt>
                <c:pt idx="19">
                  <c:v>43147</c:v>
                </c:pt>
                <c:pt idx="20">
                  <c:v>43154</c:v>
                </c:pt>
                <c:pt idx="21">
                  <c:v>43161</c:v>
                </c:pt>
                <c:pt idx="22">
                  <c:v>43168</c:v>
                </c:pt>
                <c:pt idx="23">
                  <c:v>43175</c:v>
                </c:pt>
                <c:pt idx="24">
                  <c:v>43182</c:v>
                </c:pt>
                <c:pt idx="25">
                  <c:v>43189</c:v>
                </c:pt>
                <c:pt idx="26">
                  <c:v>43196</c:v>
                </c:pt>
                <c:pt idx="27">
                  <c:v>43203</c:v>
                </c:pt>
                <c:pt idx="28">
                  <c:v>43210</c:v>
                </c:pt>
                <c:pt idx="29">
                  <c:v>43217</c:v>
                </c:pt>
                <c:pt idx="30">
                  <c:v>43224</c:v>
                </c:pt>
                <c:pt idx="31">
                  <c:v>43231</c:v>
                </c:pt>
                <c:pt idx="32">
                  <c:v>43238</c:v>
                </c:pt>
                <c:pt idx="33">
                  <c:v>43245</c:v>
                </c:pt>
                <c:pt idx="34">
                  <c:v>43252</c:v>
                </c:pt>
                <c:pt idx="35">
                  <c:v>43259</c:v>
                </c:pt>
                <c:pt idx="36">
                  <c:v>43266</c:v>
                </c:pt>
                <c:pt idx="37">
                  <c:v>43273</c:v>
                </c:pt>
                <c:pt idx="38">
                  <c:v>43280</c:v>
                </c:pt>
                <c:pt idx="39">
                  <c:v>43287</c:v>
                </c:pt>
                <c:pt idx="40">
                  <c:v>43294</c:v>
                </c:pt>
                <c:pt idx="41">
                  <c:v>43301</c:v>
                </c:pt>
                <c:pt idx="42">
                  <c:v>43308</c:v>
                </c:pt>
                <c:pt idx="43">
                  <c:v>43315</c:v>
                </c:pt>
                <c:pt idx="44">
                  <c:v>43322</c:v>
                </c:pt>
                <c:pt idx="45">
                  <c:v>43329</c:v>
                </c:pt>
                <c:pt idx="46">
                  <c:v>43336</c:v>
                </c:pt>
                <c:pt idx="47">
                  <c:v>43343</c:v>
                </c:pt>
                <c:pt idx="48">
                  <c:v>43350</c:v>
                </c:pt>
                <c:pt idx="49">
                  <c:v>43357</c:v>
                </c:pt>
                <c:pt idx="50">
                  <c:v>43364</c:v>
                </c:pt>
                <c:pt idx="51">
                  <c:v>43371</c:v>
                </c:pt>
                <c:pt idx="52">
                  <c:v>43378</c:v>
                </c:pt>
                <c:pt idx="53">
                  <c:v>43385</c:v>
                </c:pt>
                <c:pt idx="54">
                  <c:v>43392</c:v>
                </c:pt>
                <c:pt idx="55">
                  <c:v>43399</c:v>
                </c:pt>
                <c:pt idx="56">
                  <c:v>43406</c:v>
                </c:pt>
                <c:pt idx="57">
                  <c:v>43413</c:v>
                </c:pt>
                <c:pt idx="58">
                  <c:v>43420</c:v>
                </c:pt>
                <c:pt idx="59">
                  <c:v>43427</c:v>
                </c:pt>
                <c:pt idx="60">
                  <c:v>43434</c:v>
                </c:pt>
                <c:pt idx="61">
                  <c:v>43441</c:v>
                </c:pt>
                <c:pt idx="62">
                  <c:v>43448</c:v>
                </c:pt>
                <c:pt idx="63">
                  <c:v>43455</c:v>
                </c:pt>
                <c:pt idx="64">
                  <c:v>43462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420</c:v>
                </c:pt>
                <c:pt idx="1">
                  <c:v>270</c:v>
                </c:pt>
                <c:pt idx="2">
                  <c:v>260</c:v>
                </c:pt>
                <c:pt idx="3">
                  <c:v>170</c:v>
                </c:pt>
                <c:pt idx="4">
                  <c:v>200</c:v>
                </c:pt>
                <c:pt idx="5">
                  <c:v>270</c:v>
                </c:pt>
                <c:pt idx="6">
                  <c:v>260</c:v>
                </c:pt>
                <c:pt idx="7">
                  <c:v>240</c:v>
                </c:pt>
                <c:pt idx="8">
                  <c:v>120</c:v>
                </c:pt>
                <c:pt idx="9">
                  <c:v>240</c:v>
                </c:pt>
                <c:pt idx="10">
                  <c:v>410</c:v>
                </c:pt>
                <c:pt idx="11">
                  <c:v>350</c:v>
                </c:pt>
                <c:pt idx="12">
                  <c:v>380</c:v>
                </c:pt>
                <c:pt idx="13">
                  <c:v>320</c:v>
                </c:pt>
                <c:pt idx="14">
                  <c:v>230</c:v>
                </c:pt>
                <c:pt idx="15">
                  <c:v>260</c:v>
                </c:pt>
                <c:pt idx="16">
                  <c:v>240</c:v>
                </c:pt>
                <c:pt idx="17">
                  <c:v>310</c:v>
                </c:pt>
                <c:pt idx="18">
                  <c:v>350</c:v>
                </c:pt>
                <c:pt idx="19">
                  <c:v>310</c:v>
                </c:pt>
                <c:pt idx="20">
                  <c:v>310</c:v>
                </c:pt>
                <c:pt idx="21">
                  <c:v>300</c:v>
                </c:pt>
                <c:pt idx="22">
                  <c:v>270</c:v>
                </c:pt>
                <c:pt idx="23">
                  <c:v>320</c:v>
                </c:pt>
                <c:pt idx="24">
                  <c:v>310</c:v>
                </c:pt>
                <c:pt idx="25">
                  <c:v>300</c:v>
                </c:pt>
                <c:pt idx="26">
                  <c:v>310</c:v>
                </c:pt>
                <c:pt idx="27">
                  <c:v>320</c:v>
                </c:pt>
                <c:pt idx="28">
                  <c:v>250</c:v>
                </c:pt>
                <c:pt idx="29">
                  <c:v>240</c:v>
                </c:pt>
                <c:pt idx="30">
                  <c:v>190</c:v>
                </c:pt>
                <c:pt idx="31">
                  <c:v>260</c:v>
                </c:pt>
                <c:pt idx="32">
                  <c:v>300</c:v>
                </c:pt>
                <c:pt idx="33">
                  <c:v>320</c:v>
                </c:pt>
                <c:pt idx="34">
                  <c:v>390</c:v>
                </c:pt>
                <c:pt idx="35">
                  <c:v>340</c:v>
                </c:pt>
                <c:pt idx="36">
                  <c:v>390</c:v>
                </c:pt>
                <c:pt idx="37">
                  <c:v>350</c:v>
                </c:pt>
                <c:pt idx="38">
                  <c:v>270</c:v>
                </c:pt>
                <c:pt idx="39">
                  <c:v>290</c:v>
                </c:pt>
                <c:pt idx="40">
                  <c:v>350</c:v>
                </c:pt>
                <c:pt idx="41">
                  <c:v>390</c:v>
                </c:pt>
                <c:pt idx="42">
                  <c:v>350</c:v>
                </c:pt>
                <c:pt idx="43">
                  <c:v>300</c:v>
                </c:pt>
                <c:pt idx="44">
                  <c:v>370</c:v>
                </c:pt>
                <c:pt idx="45">
                  <c:v>430</c:v>
                </c:pt>
                <c:pt idx="46">
                  <c:v>390</c:v>
                </c:pt>
                <c:pt idx="47">
                  <c:v>400</c:v>
                </c:pt>
                <c:pt idx="48">
                  <c:v>430</c:v>
                </c:pt>
                <c:pt idx="49">
                  <c:v>450</c:v>
                </c:pt>
                <c:pt idx="50">
                  <c:v>450</c:v>
                </c:pt>
                <c:pt idx="51">
                  <c:v>460</c:v>
                </c:pt>
                <c:pt idx="52">
                  <c:v>710</c:v>
                </c:pt>
                <c:pt idx="53">
                  <c:v>320</c:v>
                </c:pt>
                <c:pt idx="54">
                  <c:v>300</c:v>
                </c:pt>
                <c:pt idx="55">
                  <c:v>200</c:v>
                </c:pt>
                <c:pt idx="56">
                  <c:v>240</c:v>
                </c:pt>
                <c:pt idx="57">
                  <c:v>330</c:v>
                </c:pt>
                <c:pt idx="58">
                  <c:v>340</c:v>
                </c:pt>
                <c:pt idx="59">
                  <c:v>320</c:v>
                </c:pt>
                <c:pt idx="60">
                  <c:v>140</c:v>
                </c:pt>
                <c:pt idx="61">
                  <c:v>160</c:v>
                </c:pt>
                <c:pt idx="62">
                  <c:v>330</c:v>
                </c:pt>
                <c:pt idx="63">
                  <c:v>340</c:v>
                </c:pt>
                <c:pt idx="64">
                  <c:v>330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43014</c:v>
                </c:pt>
                <c:pt idx="1">
                  <c:v>43021</c:v>
                </c:pt>
                <c:pt idx="2">
                  <c:v>43028</c:v>
                </c:pt>
                <c:pt idx="3">
                  <c:v>43035</c:v>
                </c:pt>
                <c:pt idx="4">
                  <c:v>43042</c:v>
                </c:pt>
                <c:pt idx="5">
                  <c:v>43049</c:v>
                </c:pt>
                <c:pt idx="6">
                  <c:v>43056</c:v>
                </c:pt>
                <c:pt idx="7">
                  <c:v>43063</c:v>
                </c:pt>
                <c:pt idx="8">
                  <c:v>43070</c:v>
                </c:pt>
                <c:pt idx="9">
                  <c:v>43077</c:v>
                </c:pt>
                <c:pt idx="10">
                  <c:v>43084</c:v>
                </c:pt>
                <c:pt idx="11">
                  <c:v>43091</c:v>
                </c:pt>
                <c:pt idx="12">
                  <c:v>43098</c:v>
                </c:pt>
                <c:pt idx="13">
                  <c:v>43105</c:v>
                </c:pt>
                <c:pt idx="14">
                  <c:v>43112</c:v>
                </c:pt>
                <c:pt idx="15">
                  <c:v>43119</c:v>
                </c:pt>
                <c:pt idx="16">
                  <c:v>43126</c:v>
                </c:pt>
                <c:pt idx="17">
                  <c:v>43133</c:v>
                </c:pt>
                <c:pt idx="18">
                  <c:v>43140</c:v>
                </c:pt>
                <c:pt idx="19">
                  <c:v>43147</c:v>
                </c:pt>
                <c:pt idx="20">
                  <c:v>43154</c:v>
                </c:pt>
                <c:pt idx="21">
                  <c:v>43161</c:v>
                </c:pt>
                <c:pt idx="22">
                  <c:v>43168</c:v>
                </c:pt>
                <c:pt idx="23">
                  <c:v>43175</c:v>
                </c:pt>
                <c:pt idx="24">
                  <c:v>43182</c:v>
                </c:pt>
                <c:pt idx="25">
                  <c:v>43189</c:v>
                </c:pt>
                <c:pt idx="26">
                  <c:v>43196</c:v>
                </c:pt>
                <c:pt idx="27">
                  <c:v>43203</c:v>
                </c:pt>
                <c:pt idx="28">
                  <c:v>43210</c:v>
                </c:pt>
                <c:pt idx="29">
                  <c:v>43217</c:v>
                </c:pt>
                <c:pt idx="30">
                  <c:v>43224</c:v>
                </c:pt>
                <c:pt idx="31">
                  <c:v>43231</c:v>
                </c:pt>
                <c:pt idx="32">
                  <c:v>43238</c:v>
                </c:pt>
                <c:pt idx="33">
                  <c:v>43245</c:v>
                </c:pt>
                <c:pt idx="34">
                  <c:v>43252</c:v>
                </c:pt>
                <c:pt idx="35">
                  <c:v>43259</c:v>
                </c:pt>
                <c:pt idx="36">
                  <c:v>43266</c:v>
                </c:pt>
                <c:pt idx="37">
                  <c:v>43273</c:v>
                </c:pt>
                <c:pt idx="38">
                  <c:v>43280</c:v>
                </c:pt>
                <c:pt idx="39">
                  <c:v>43287</c:v>
                </c:pt>
                <c:pt idx="40">
                  <c:v>43294</c:v>
                </c:pt>
                <c:pt idx="41">
                  <c:v>43301</c:v>
                </c:pt>
                <c:pt idx="42">
                  <c:v>43308</c:v>
                </c:pt>
                <c:pt idx="43">
                  <c:v>43315</c:v>
                </c:pt>
                <c:pt idx="44">
                  <c:v>43322</c:v>
                </c:pt>
                <c:pt idx="45">
                  <c:v>43329</c:v>
                </c:pt>
                <c:pt idx="46">
                  <c:v>43336</c:v>
                </c:pt>
                <c:pt idx="47">
                  <c:v>43343</c:v>
                </c:pt>
                <c:pt idx="48">
                  <c:v>43350</c:v>
                </c:pt>
                <c:pt idx="49">
                  <c:v>43357</c:v>
                </c:pt>
                <c:pt idx="50">
                  <c:v>43364</c:v>
                </c:pt>
                <c:pt idx="51">
                  <c:v>43371</c:v>
                </c:pt>
                <c:pt idx="52">
                  <c:v>43378</c:v>
                </c:pt>
                <c:pt idx="53">
                  <c:v>43385</c:v>
                </c:pt>
                <c:pt idx="54">
                  <c:v>43392</c:v>
                </c:pt>
                <c:pt idx="55">
                  <c:v>43399</c:v>
                </c:pt>
                <c:pt idx="56">
                  <c:v>43406</c:v>
                </c:pt>
                <c:pt idx="57">
                  <c:v>43413</c:v>
                </c:pt>
                <c:pt idx="58">
                  <c:v>43420</c:v>
                </c:pt>
                <c:pt idx="59">
                  <c:v>43427</c:v>
                </c:pt>
                <c:pt idx="60">
                  <c:v>43434</c:v>
                </c:pt>
                <c:pt idx="61">
                  <c:v>43441</c:v>
                </c:pt>
                <c:pt idx="62">
                  <c:v>43448</c:v>
                </c:pt>
                <c:pt idx="63">
                  <c:v>43455</c:v>
                </c:pt>
                <c:pt idx="64">
                  <c:v>43462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43014</c:v>
                </c:pt>
                <c:pt idx="1">
                  <c:v>43021</c:v>
                </c:pt>
                <c:pt idx="2">
                  <c:v>43028</c:v>
                </c:pt>
                <c:pt idx="3">
                  <c:v>43035</c:v>
                </c:pt>
                <c:pt idx="4">
                  <c:v>43042</c:v>
                </c:pt>
                <c:pt idx="5">
                  <c:v>43049</c:v>
                </c:pt>
                <c:pt idx="6">
                  <c:v>43056</c:v>
                </c:pt>
                <c:pt idx="7">
                  <c:v>43063</c:v>
                </c:pt>
                <c:pt idx="8">
                  <c:v>43070</c:v>
                </c:pt>
                <c:pt idx="9">
                  <c:v>43077</c:v>
                </c:pt>
                <c:pt idx="10">
                  <c:v>43084</c:v>
                </c:pt>
                <c:pt idx="11">
                  <c:v>43091</c:v>
                </c:pt>
                <c:pt idx="12">
                  <c:v>43098</c:v>
                </c:pt>
                <c:pt idx="13">
                  <c:v>43105</c:v>
                </c:pt>
                <c:pt idx="14">
                  <c:v>43112</c:v>
                </c:pt>
                <c:pt idx="15">
                  <c:v>43119</c:v>
                </c:pt>
                <c:pt idx="16">
                  <c:v>43126</c:v>
                </c:pt>
                <c:pt idx="17">
                  <c:v>43133</c:v>
                </c:pt>
                <c:pt idx="18">
                  <c:v>43140</c:v>
                </c:pt>
                <c:pt idx="19">
                  <c:v>43147</c:v>
                </c:pt>
                <c:pt idx="20">
                  <c:v>43154</c:v>
                </c:pt>
                <c:pt idx="21">
                  <c:v>43161</c:v>
                </c:pt>
                <c:pt idx="22">
                  <c:v>43168</c:v>
                </c:pt>
                <c:pt idx="23">
                  <c:v>43175</c:v>
                </c:pt>
                <c:pt idx="24">
                  <c:v>43182</c:v>
                </c:pt>
                <c:pt idx="25">
                  <c:v>43189</c:v>
                </c:pt>
                <c:pt idx="26">
                  <c:v>43196</c:v>
                </c:pt>
                <c:pt idx="27">
                  <c:v>43203</c:v>
                </c:pt>
                <c:pt idx="28">
                  <c:v>43210</c:v>
                </c:pt>
                <c:pt idx="29">
                  <c:v>43217</c:v>
                </c:pt>
                <c:pt idx="30">
                  <c:v>43224</c:v>
                </c:pt>
                <c:pt idx="31">
                  <c:v>43231</c:v>
                </c:pt>
                <c:pt idx="32">
                  <c:v>43238</c:v>
                </c:pt>
                <c:pt idx="33">
                  <c:v>43245</c:v>
                </c:pt>
                <c:pt idx="34">
                  <c:v>43252</c:v>
                </c:pt>
                <c:pt idx="35">
                  <c:v>43259</c:v>
                </c:pt>
                <c:pt idx="36">
                  <c:v>43266</c:v>
                </c:pt>
                <c:pt idx="37">
                  <c:v>43273</c:v>
                </c:pt>
                <c:pt idx="38">
                  <c:v>43280</c:v>
                </c:pt>
                <c:pt idx="39">
                  <c:v>43287</c:v>
                </c:pt>
                <c:pt idx="40">
                  <c:v>43294</c:v>
                </c:pt>
                <c:pt idx="41">
                  <c:v>43301</c:v>
                </c:pt>
                <c:pt idx="42">
                  <c:v>43308</c:v>
                </c:pt>
                <c:pt idx="43">
                  <c:v>43315</c:v>
                </c:pt>
                <c:pt idx="44">
                  <c:v>43322</c:v>
                </c:pt>
                <c:pt idx="45">
                  <c:v>43329</c:v>
                </c:pt>
                <c:pt idx="46">
                  <c:v>43336</c:v>
                </c:pt>
                <c:pt idx="47">
                  <c:v>43343</c:v>
                </c:pt>
                <c:pt idx="48">
                  <c:v>43350</c:v>
                </c:pt>
                <c:pt idx="49">
                  <c:v>43357</c:v>
                </c:pt>
                <c:pt idx="50">
                  <c:v>43364</c:v>
                </c:pt>
                <c:pt idx="51">
                  <c:v>43371</c:v>
                </c:pt>
                <c:pt idx="52">
                  <c:v>43378</c:v>
                </c:pt>
                <c:pt idx="53">
                  <c:v>43385</c:v>
                </c:pt>
                <c:pt idx="54">
                  <c:v>43392</c:v>
                </c:pt>
                <c:pt idx="55">
                  <c:v>43399</c:v>
                </c:pt>
                <c:pt idx="56">
                  <c:v>43406</c:v>
                </c:pt>
                <c:pt idx="57">
                  <c:v>43413</c:v>
                </c:pt>
                <c:pt idx="58">
                  <c:v>43420</c:v>
                </c:pt>
                <c:pt idx="59">
                  <c:v>43427</c:v>
                </c:pt>
                <c:pt idx="60">
                  <c:v>43434</c:v>
                </c:pt>
                <c:pt idx="61">
                  <c:v>43441</c:v>
                </c:pt>
                <c:pt idx="62">
                  <c:v>43448</c:v>
                </c:pt>
                <c:pt idx="63">
                  <c:v>43455</c:v>
                </c:pt>
                <c:pt idx="64">
                  <c:v>43462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1/28/2019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  <a:latin typeface="Pluto Sans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Pluto Sans Regular" panose="02000000000000000000" pitchFamily="50" charset="0"/>
              </a:defRPr>
            </a:lvl1pPr>
            <a:lvl2pPr marL="914400" indent="0">
              <a:buNone/>
              <a:defRPr>
                <a:solidFill>
                  <a:schemeClr val="tx1"/>
                </a:solidFill>
                <a:latin typeface="Pluto Sans Regular" panose="02000000000000000000" pitchFamily="50" charset="0"/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  <a:latin typeface="Pluto Sans Regular" panose="02000000000000000000" pitchFamily="50" charset="0"/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  <a:latin typeface="Pluto Sans Regular" panose="02000000000000000000" pitchFamily="50" charset="0"/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  <a:latin typeface="Pluto Sans Regular" panose="02000000000000000000" pitchFamily="50" charset="0"/>
              </a:defRPr>
            </a:lvl1pPr>
          </a:lstStyle>
          <a:p>
            <a:r>
              <a:rPr lang="en-US"/>
              <a:t>© Freeosk, Inc. Confidential and proprietary.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  <a:latin typeface="Pluto Sans Regular" panose="02000000000000000000" pitchFamily="50" charset="0"/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  <a:latin typeface="Pluto Sans Regular" panose="02000000000000000000" pitchFamily="50" charset="0"/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10579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Cookies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  <a:latin typeface="Pluto Sans Cond Regular" panose="02000000000000000000" pitchFamily="50" charset="0"/>
              </a:rPr>
              <a:t>#1 sales week</a:t>
            </a:r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695665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17,081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70%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16%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86%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7523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Primary Item (Sample)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44060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Cookies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203011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7.0M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1.1M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15.5%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1.6%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8.4%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330312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60%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1421</TotalTime>
  <Words>133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Pluto Bold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Cookies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270</cp:revision>
  <dcterms:created xsi:type="dcterms:W3CDTF">2018-12-12T20:08:26Z</dcterms:created>
  <dcterms:modified xsi:type="dcterms:W3CDTF">2019-01-28T17:29:20Z</dcterms:modified>
</cp:coreProperties>
</file>