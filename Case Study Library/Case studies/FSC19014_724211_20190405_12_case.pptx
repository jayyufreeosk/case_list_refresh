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43175</c:v>
                </c:pt>
                <c:pt idx="1">
                  <c:v>43182</c:v>
                </c:pt>
                <c:pt idx="2">
                  <c:v>43189</c:v>
                </c:pt>
                <c:pt idx="3">
                  <c:v>43196</c:v>
                </c:pt>
                <c:pt idx="4">
                  <c:v>43203</c:v>
                </c:pt>
                <c:pt idx="5">
                  <c:v>43210</c:v>
                </c:pt>
                <c:pt idx="6">
                  <c:v>43217</c:v>
                </c:pt>
                <c:pt idx="7">
                  <c:v>43224</c:v>
                </c:pt>
                <c:pt idx="8">
                  <c:v>43231</c:v>
                </c:pt>
                <c:pt idx="9">
                  <c:v>43238</c:v>
                </c:pt>
                <c:pt idx="10">
                  <c:v>43245</c:v>
                </c:pt>
                <c:pt idx="11">
                  <c:v>43252</c:v>
                </c:pt>
                <c:pt idx="12">
                  <c:v>43259</c:v>
                </c:pt>
                <c:pt idx="13">
                  <c:v>43266</c:v>
                </c:pt>
                <c:pt idx="14">
                  <c:v>43273</c:v>
                </c:pt>
                <c:pt idx="15">
                  <c:v>43280</c:v>
                </c:pt>
                <c:pt idx="16">
                  <c:v>43287</c:v>
                </c:pt>
                <c:pt idx="17">
                  <c:v>43294</c:v>
                </c:pt>
                <c:pt idx="18">
                  <c:v>43301</c:v>
                </c:pt>
                <c:pt idx="19">
                  <c:v>43308</c:v>
                </c:pt>
                <c:pt idx="20">
                  <c:v>43315</c:v>
                </c:pt>
                <c:pt idx="21">
                  <c:v>43322</c:v>
                </c:pt>
                <c:pt idx="22">
                  <c:v>43329</c:v>
                </c:pt>
                <c:pt idx="23">
                  <c:v>43336</c:v>
                </c:pt>
                <c:pt idx="24">
                  <c:v>43343</c:v>
                </c:pt>
                <c:pt idx="25">
                  <c:v>43350</c:v>
                </c:pt>
                <c:pt idx="26">
                  <c:v>43357</c:v>
                </c:pt>
                <c:pt idx="27">
                  <c:v>43364</c:v>
                </c:pt>
                <c:pt idx="28">
                  <c:v>43371</c:v>
                </c:pt>
                <c:pt idx="29">
                  <c:v>43378</c:v>
                </c:pt>
                <c:pt idx="30">
                  <c:v>43385</c:v>
                </c:pt>
                <c:pt idx="31">
                  <c:v>43392</c:v>
                </c:pt>
                <c:pt idx="32">
                  <c:v>43399</c:v>
                </c:pt>
                <c:pt idx="33">
                  <c:v>43406</c:v>
                </c:pt>
                <c:pt idx="34">
                  <c:v>43413</c:v>
                </c:pt>
                <c:pt idx="35">
                  <c:v>43420</c:v>
                </c:pt>
                <c:pt idx="36">
                  <c:v>43427</c:v>
                </c:pt>
                <c:pt idx="37">
                  <c:v>43434</c:v>
                </c:pt>
                <c:pt idx="38">
                  <c:v>43441</c:v>
                </c:pt>
                <c:pt idx="39">
                  <c:v>43448</c:v>
                </c:pt>
                <c:pt idx="40">
                  <c:v>43455</c:v>
                </c:pt>
                <c:pt idx="41">
                  <c:v>43462</c:v>
                </c:pt>
                <c:pt idx="42">
                  <c:v>43469</c:v>
                </c:pt>
                <c:pt idx="43">
                  <c:v>43476</c:v>
                </c:pt>
                <c:pt idx="44">
                  <c:v>43483</c:v>
                </c:pt>
                <c:pt idx="45">
                  <c:v>43490</c:v>
                </c:pt>
                <c:pt idx="46">
                  <c:v>43497</c:v>
                </c:pt>
                <c:pt idx="47">
                  <c:v>43504</c:v>
                </c:pt>
                <c:pt idx="48">
                  <c:v>43511</c:v>
                </c:pt>
                <c:pt idx="49">
                  <c:v>43518</c:v>
                </c:pt>
                <c:pt idx="50">
                  <c:v>43525</c:v>
                </c:pt>
                <c:pt idx="51">
                  <c:v>43532</c:v>
                </c:pt>
                <c:pt idx="52">
                  <c:v>43539</c:v>
                </c:pt>
                <c:pt idx="53">
                  <c:v>43546</c:v>
                </c:pt>
                <c:pt idx="54">
                  <c:v>43553</c:v>
                </c:pt>
                <c:pt idx="55">
                  <c:v>43560</c:v>
                </c:pt>
                <c:pt idx="56">
                  <c:v>43567</c:v>
                </c:pt>
                <c:pt idx="57">
                  <c:v>43574</c:v>
                </c:pt>
                <c:pt idx="58">
                  <c:v>43581</c:v>
                </c:pt>
                <c:pt idx="59">
                  <c:v>43588</c:v>
                </c:pt>
                <c:pt idx="60">
                  <c:v>43595</c:v>
                </c:pt>
                <c:pt idx="61">
                  <c:v>43602</c:v>
                </c:pt>
                <c:pt idx="62">
                  <c:v>43609</c:v>
                </c:pt>
                <c:pt idx="63">
                  <c:v>43616</c:v>
                </c:pt>
                <c:pt idx="64">
                  <c:v>43623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740</c:v>
                </c:pt>
                <c:pt idx="1">
                  <c:v>700</c:v>
                </c:pt>
                <c:pt idx="2">
                  <c:v>660</c:v>
                </c:pt>
                <c:pt idx="3">
                  <c:v>670</c:v>
                </c:pt>
                <c:pt idx="4">
                  <c:v>660</c:v>
                </c:pt>
                <c:pt idx="5">
                  <c:v>640</c:v>
                </c:pt>
                <c:pt idx="6">
                  <c:v>700</c:v>
                </c:pt>
                <c:pt idx="7">
                  <c:v>600</c:v>
                </c:pt>
                <c:pt idx="8">
                  <c:v>660</c:v>
                </c:pt>
                <c:pt idx="9">
                  <c:v>640</c:v>
                </c:pt>
                <c:pt idx="10">
                  <c:v>780</c:v>
                </c:pt>
                <c:pt idx="11">
                  <c:v>1050</c:v>
                </c:pt>
                <c:pt idx="12">
                  <c:v>950</c:v>
                </c:pt>
                <c:pt idx="13">
                  <c:v>860</c:v>
                </c:pt>
                <c:pt idx="14">
                  <c:v>770</c:v>
                </c:pt>
                <c:pt idx="15">
                  <c:v>620</c:v>
                </c:pt>
                <c:pt idx="16">
                  <c:v>660</c:v>
                </c:pt>
                <c:pt idx="17">
                  <c:v>740</c:v>
                </c:pt>
                <c:pt idx="18">
                  <c:v>740</c:v>
                </c:pt>
                <c:pt idx="19">
                  <c:v>800</c:v>
                </c:pt>
                <c:pt idx="20">
                  <c:v>1410</c:v>
                </c:pt>
                <c:pt idx="21">
                  <c:v>810</c:v>
                </c:pt>
                <c:pt idx="22">
                  <c:v>750</c:v>
                </c:pt>
                <c:pt idx="23">
                  <c:v>730</c:v>
                </c:pt>
                <c:pt idx="24">
                  <c:v>720</c:v>
                </c:pt>
                <c:pt idx="25">
                  <c:v>730</c:v>
                </c:pt>
                <c:pt idx="26">
                  <c:v>720</c:v>
                </c:pt>
                <c:pt idx="27">
                  <c:v>720</c:v>
                </c:pt>
                <c:pt idx="28">
                  <c:v>890</c:v>
                </c:pt>
                <c:pt idx="29">
                  <c:v>1160</c:v>
                </c:pt>
                <c:pt idx="30">
                  <c:v>1110</c:v>
                </c:pt>
                <c:pt idx="31">
                  <c:v>1040</c:v>
                </c:pt>
                <c:pt idx="32">
                  <c:v>1230</c:v>
                </c:pt>
                <c:pt idx="33">
                  <c:v>700</c:v>
                </c:pt>
                <c:pt idx="34">
                  <c:v>750</c:v>
                </c:pt>
                <c:pt idx="35">
                  <c:v>690</c:v>
                </c:pt>
                <c:pt idx="36">
                  <c:v>750</c:v>
                </c:pt>
                <c:pt idx="37">
                  <c:v>580</c:v>
                </c:pt>
                <c:pt idx="38">
                  <c:v>590</c:v>
                </c:pt>
                <c:pt idx="39">
                  <c:v>750</c:v>
                </c:pt>
                <c:pt idx="40">
                  <c:v>780</c:v>
                </c:pt>
                <c:pt idx="41">
                  <c:v>700</c:v>
                </c:pt>
                <c:pt idx="42">
                  <c:v>620</c:v>
                </c:pt>
                <c:pt idx="43">
                  <c:v>660</c:v>
                </c:pt>
                <c:pt idx="44">
                  <c:v>560</c:v>
                </c:pt>
                <c:pt idx="45">
                  <c:v>600</c:v>
                </c:pt>
                <c:pt idx="46">
                  <c:v>880</c:v>
                </c:pt>
                <c:pt idx="47">
                  <c:v>1200</c:v>
                </c:pt>
                <c:pt idx="48">
                  <c:v>1030</c:v>
                </c:pt>
                <c:pt idx="49">
                  <c:v>1020</c:v>
                </c:pt>
                <c:pt idx="50">
                  <c:v>770</c:v>
                </c:pt>
                <c:pt idx="51">
                  <c:v>770</c:v>
                </c:pt>
                <c:pt idx="52">
                  <c:v>940</c:v>
                </c:pt>
                <c:pt idx="53">
                  <c:v>780</c:v>
                </c:pt>
                <c:pt idx="54">
                  <c:v>630</c:v>
                </c:pt>
                <c:pt idx="55">
                  <c:v>750</c:v>
                </c:pt>
                <c:pt idx="56">
                  <c:v>760</c:v>
                </c:pt>
                <c:pt idx="57">
                  <c:v>770</c:v>
                </c:pt>
                <c:pt idx="58">
                  <c:v>650</c:v>
                </c:pt>
                <c:pt idx="59">
                  <c:v>630</c:v>
                </c:pt>
                <c:pt idx="60">
                  <c:v>710</c:v>
                </c:pt>
                <c:pt idx="61">
                  <c:v>670</c:v>
                </c:pt>
                <c:pt idx="62">
                  <c:v>830</c:v>
                </c:pt>
                <c:pt idx="63">
                  <c:v>1120</c:v>
                </c:pt>
                <c:pt idx="64">
                  <c:v>1030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43175</c:v>
                </c:pt>
                <c:pt idx="1">
                  <c:v>43182</c:v>
                </c:pt>
                <c:pt idx="2">
                  <c:v>43189</c:v>
                </c:pt>
                <c:pt idx="3">
                  <c:v>43196</c:v>
                </c:pt>
                <c:pt idx="4">
                  <c:v>43203</c:v>
                </c:pt>
                <c:pt idx="5">
                  <c:v>43210</c:v>
                </c:pt>
                <c:pt idx="6">
                  <c:v>43217</c:v>
                </c:pt>
                <c:pt idx="7">
                  <c:v>43224</c:v>
                </c:pt>
                <c:pt idx="8">
                  <c:v>43231</c:v>
                </c:pt>
                <c:pt idx="9">
                  <c:v>43238</c:v>
                </c:pt>
                <c:pt idx="10">
                  <c:v>43245</c:v>
                </c:pt>
                <c:pt idx="11">
                  <c:v>43252</c:v>
                </c:pt>
                <c:pt idx="12">
                  <c:v>43259</c:v>
                </c:pt>
                <c:pt idx="13">
                  <c:v>43266</c:v>
                </c:pt>
                <c:pt idx="14">
                  <c:v>43273</c:v>
                </c:pt>
                <c:pt idx="15">
                  <c:v>43280</c:v>
                </c:pt>
                <c:pt idx="16">
                  <c:v>43287</c:v>
                </c:pt>
                <c:pt idx="17">
                  <c:v>43294</c:v>
                </c:pt>
                <c:pt idx="18">
                  <c:v>43301</c:v>
                </c:pt>
                <c:pt idx="19">
                  <c:v>43308</c:v>
                </c:pt>
                <c:pt idx="20">
                  <c:v>43315</c:v>
                </c:pt>
                <c:pt idx="21">
                  <c:v>43322</c:v>
                </c:pt>
                <c:pt idx="22">
                  <c:v>43329</c:v>
                </c:pt>
                <c:pt idx="23">
                  <c:v>43336</c:v>
                </c:pt>
                <c:pt idx="24">
                  <c:v>43343</c:v>
                </c:pt>
                <c:pt idx="25">
                  <c:v>43350</c:v>
                </c:pt>
                <c:pt idx="26">
                  <c:v>43357</c:v>
                </c:pt>
                <c:pt idx="27">
                  <c:v>43364</c:v>
                </c:pt>
                <c:pt idx="28">
                  <c:v>43371</c:v>
                </c:pt>
                <c:pt idx="29">
                  <c:v>43378</c:v>
                </c:pt>
                <c:pt idx="30">
                  <c:v>43385</c:v>
                </c:pt>
                <c:pt idx="31">
                  <c:v>43392</c:v>
                </c:pt>
                <c:pt idx="32">
                  <c:v>43399</c:v>
                </c:pt>
                <c:pt idx="33">
                  <c:v>43406</c:v>
                </c:pt>
                <c:pt idx="34">
                  <c:v>43413</c:v>
                </c:pt>
                <c:pt idx="35">
                  <c:v>43420</c:v>
                </c:pt>
                <c:pt idx="36">
                  <c:v>43427</c:v>
                </c:pt>
                <c:pt idx="37">
                  <c:v>43434</c:v>
                </c:pt>
                <c:pt idx="38">
                  <c:v>43441</c:v>
                </c:pt>
                <c:pt idx="39">
                  <c:v>43448</c:v>
                </c:pt>
                <c:pt idx="40">
                  <c:v>43455</c:v>
                </c:pt>
                <c:pt idx="41">
                  <c:v>43462</c:v>
                </c:pt>
                <c:pt idx="42">
                  <c:v>43469</c:v>
                </c:pt>
                <c:pt idx="43">
                  <c:v>43476</c:v>
                </c:pt>
                <c:pt idx="44">
                  <c:v>43483</c:v>
                </c:pt>
                <c:pt idx="45">
                  <c:v>43490</c:v>
                </c:pt>
                <c:pt idx="46">
                  <c:v>43497</c:v>
                </c:pt>
                <c:pt idx="47">
                  <c:v>43504</c:v>
                </c:pt>
                <c:pt idx="48">
                  <c:v>43511</c:v>
                </c:pt>
                <c:pt idx="49">
                  <c:v>43518</c:v>
                </c:pt>
                <c:pt idx="50">
                  <c:v>43525</c:v>
                </c:pt>
                <c:pt idx="51">
                  <c:v>43532</c:v>
                </c:pt>
                <c:pt idx="52">
                  <c:v>43539</c:v>
                </c:pt>
                <c:pt idx="53">
                  <c:v>43546</c:v>
                </c:pt>
                <c:pt idx="54">
                  <c:v>43553</c:v>
                </c:pt>
                <c:pt idx="55">
                  <c:v>43560</c:v>
                </c:pt>
                <c:pt idx="56">
                  <c:v>43567</c:v>
                </c:pt>
                <c:pt idx="57">
                  <c:v>43574</c:v>
                </c:pt>
                <c:pt idx="58">
                  <c:v>43581</c:v>
                </c:pt>
                <c:pt idx="59">
                  <c:v>43588</c:v>
                </c:pt>
                <c:pt idx="60">
                  <c:v>43595</c:v>
                </c:pt>
                <c:pt idx="61">
                  <c:v>43602</c:v>
                </c:pt>
                <c:pt idx="62">
                  <c:v>43609</c:v>
                </c:pt>
                <c:pt idx="63">
                  <c:v>43616</c:v>
                </c:pt>
                <c:pt idx="64">
                  <c:v>43623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740</c:v>
                </c:pt>
                <c:pt idx="1">
                  <c:v>710</c:v>
                </c:pt>
                <c:pt idx="2">
                  <c:v>680</c:v>
                </c:pt>
                <c:pt idx="3">
                  <c:v>690</c:v>
                </c:pt>
                <c:pt idx="4">
                  <c:v>710</c:v>
                </c:pt>
                <c:pt idx="5">
                  <c:v>650</c:v>
                </c:pt>
                <c:pt idx="6">
                  <c:v>720</c:v>
                </c:pt>
                <c:pt idx="7">
                  <c:v>640</c:v>
                </c:pt>
                <c:pt idx="8">
                  <c:v>710</c:v>
                </c:pt>
                <c:pt idx="9">
                  <c:v>690</c:v>
                </c:pt>
                <c:pt idx="10">
                  <c:v>790</c:v>
                </c:pt>
                <c:pt idx="11">
                  <c:v>1040</c:v>
                </c:pt>
                <c:pt idx="12">
                  <c:v>1010</c:v>
                </c:pt>
                <c:pt idx="13">
                  <c:v>900</c:v>
                </c:pt>
                <c:pt idx="14">
                  <c:v>810</c:v>
                </c:pt>
                <c:pt idx="15">
                  <c:v>660</c:v>
                </c:pt>
                <c:pt idx="16">
                  <c:v>680</c:v>
                </c:pt>
                <c:pt idx="17">
                  <c:v>740</c:v>
                </c:pt>
                <c:pt idx="18">
                  <c:v>790</c:v>
                </c:pt>
                <c:pt idx="19">
                  <c:v>800</c:v>
                </c:pt>
                <c:pt idx="20">
                  <c:v>1470</c:v>
                </c:pt>
                <c:pt idx="21">
                  <c:v>850</c:v>
                </c:pt>
                <c:pt idx="22">
                  <c:v>810</c:v>
                </c:pt>
                <c:pt idx="23">
                  <c:v>740</c:v>
                </c:pt>
                <c:pt idx="24">
                  <c:v>800</c:v>
                </c:pt>
                <c:pt idx="25">
                  <c:v>790</c:v>
                </c:pt>
                <c:pt idx="26">
                  <c:v>820</c:v>
                </c:pt>
                <c:pt idx="27">
                  <c:v>780</c:v>
                </c:pt>
                <c:pt idx="28">
                  <c:v>910</c:v>
                </c:pt>
                <c:pt idx="29">
                  <c:v>1190</c:v>
                </c:pt>
                <c:pt idx="30">
                  <c:v>1190</c:v>
                </c:pt>
                <c:pt idx="31">
                  <c:v>1170</c:v>
                </c:pt>
                <c:pt idx="32">
                  <c:v>1360</c:v>
                </c:pt>
                <c:pt idx="33">
                  <c:v>730</c:v>
                </c:pt>
                <c:pt idx="34">
                  <c:v>730</c:v>
                </c:pt>
                <c:pt idx="35">
                  <c:v>660</c:v>
                </c:pt>
                <c:pt idx="36">
                  <c:v>750</c:v>
                </c:pt>
                <c:pt idx="37">
                  <c:v>600</c:v>
                </c:pt>
                <c:pt idx="38">
                  <c:v>600</c:v>
                </c:pt>
                <c:pt idx="39">
                  <c:v>760</c:v>
                </c:pt>
                <c:pt idx="40">
                  <c:v>790</c:v>
                </c:pt>
                <c:pt idx="41">
                  <c:v>700</c:v>
                </c:pt>
                <c:pt idx="42">
                  <c:v>660</c:v>
                </c:pt>
                <c:pt idx="43">
                  <c:v>670</c:v>
                </c:pt>
                <c:pt idx="44">
                  <c:v>590</c:v>
                </c:pt>
                <c:pt idx="45">
                  <c:v>660</c:v>
                </c:pt>
                <c:pt idx="46">
                  <c:v>940</c:v>
                </c:pt>
                <c:pt idx="47">
                  <c:v>1220</c:v>
                </c:pt>
                <c:pt idx="48">
                  <c:v>1090</c:v>
                </c:pt>
                <c:pt idx="49">
                  <c:v>1030</c:v>
                </c:pt>
                <c:pt idx="50">
                  <c:v>870</c:v>
                </c:pt>
                <c:pt idx="51">
                  <c:v>800</c:v>
                </c:pt>
                <c:pt idx="52">
                  <c:v>770</c:v>
                </c:pt>
                <c:pt idx="53">
                  <c:v>810</c:v>
                </c:pt>
                <c:pt idx="54">
                  <c:v>690</c:v>
                </c:pt>
                <c:pt idx="55">
                  <c:v>770</c:v>
                </c:pt>
                <c:pt idx="56">
                  <c:v>830</c:v>
                </c:pt>
                <c:pt idx="57">
                  <c:v>710</c:v>
                </c:pt>
                <c:pt idx="58">
                  <c:v>710</c:v>
                </c:pt>
                <c:pt idx="59">
                  <c:v>650</c:v>
                </c:pt>
                <c:pt idx="60">
                  <c:v>690</c:v>
                </c:pt>
                <c:pt idx="61">
                  <c:v>660</c:v>
                </c:pt>
                <c:pt idx="62">
                  <c:v>850</c:v>
                </c:pt>
                <c:pt idx="63">
                  <c:v>1160</c:v>
                </c:pt>
                <c:pt idx="64">
                  <c:v>1050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43175</c:v>
                </c:pt>
                <c:pt idx="1">
                  <c:v>43182</c:v>
                </c:pt>
                <c:pt idx="2">
                  <c:v>43189</c:v>
                </c:pt>
                <c:pt idx="3">
                  <c:v>43196</c:v>
                </c:pt>
                <c:pt idx="4">
                  <c:v>43203</c:v>
                </c:pt>
                <c:pt idx="5">
                  <c:v>43210</c:v>
                </c:pt>
                <c:pt idx="6">
                  <c:v>43217</c:v>
                </c:pt>
                <c:pt idx="7">
                  <c:v>43224</c:v>
                </c:pt>
                <c:pt idx="8">
                  <c:v>43231</c:v>
                </c:pt>
                <c:pt idx="9">
                  <c:v>43238</c:v>
                </c:pt>
                <c:pt idx="10">
                  <c:v>43245</c:v>
                </c:pt>
                <c:pt idx="11">
                  <c:v>43252</c:v>
                </c:pt>
                <c:pt idx="12">
                  <c:v>43259</c:v>
                </c:pt>
                <c:pt idx="13">
                  <c:v>43266</c:v>
                </c:pt>
                <c:pt idx="14">
                  <c:v>43273</c:v>
                </c:pt>
                <c:pt idx="15">
                  <c:v>43280</c:v>
                </c:pt>
                <c:pt idx="16">
                  <c:v>43287</c:v>
                </c:pt>
                <c:pt idx="17">
                  <c:v>43294</c:v>
                </c:pt>
                <c:pt idx="18">
                  <c:v>43301</c:v>
                </c:pt>
                <c:pt idx="19">
                  <c:v>43308</c:v>
                </c:pt>
                <c:pt idx="20">
                  <c:v>43315</c:v>
                </c:pt>
                <c:pt idx="21">
                  <c:v>43322</c:v>
                </c:pt>
                <c:pt idx="22">
                  <c:v>43329</c:v>
                </c:pt>
                <c:pt idx="23">
                  <c:v>43336</c:v>
                </c:pt>
                <c:pt idx="24">
                  <c:v>43343</c:v>
                </c:pt>
                <c:pt idx="25">
                  <c:v>43350</c:v>
                </c:pt>
                <c:pt idx="26">
                  <c:v>43357</c:v>
                </c:pt>
                <c:pt idx="27">
                  <c:v>43364</c:v>
                </c:pt>
                <c:pt idx="28">
                  <c:v>43371</c:v>
                </c:pt>
                <c:pt idx="29">
                  <c:v>43378</c:v>
                </c:pt>
                <c:pt idx="30">
                  <c:v>43385</c:v>
                </c:pt>
                <c:pt idx="31">
                  <c:v>43392</c:v>
                </c:pt>
                <c:pt idx="32">
                  <c:v>43399</c:v>
                </c:pt>
                <c:pt idx="33">
                  <c:v>43406</c:v>
                </c:pt>
                <c:pt idx="34">
                  <c:v>43413</c:v>
                </c:pt>
                <c:pt idx="35">
                  <c:v>43420</c:v>
                </c:pt>
                <c:pt idx="36">
                  <c:v>43427</c:v>
                </c:pt>
                <c:pt idx="37">
                  <c:v>43434</c:v>
                </c:pt>
                <c:pt idx="38">
                  <c:v>43441</c:v>
                </c:pt>
                <c:pt idx="39">
                  <c:v>43448</c:v>
                </c:pt>
                <c:pt idx="40">
                  <c:v>43455</c:v>
                </c:pt>
                <c:pt idx="41">
                  <c:v>43462</c:v>
                </c:pt>
                <c:pt idx="42">
                  <c:v>43469</c:v>
                </c:pt>
                <c:pt idx="43">
                  <c:v>43476</c:v>
                </c:pt>
                <c:pt idx="44">
                  <c:v>43483</c:v>
                </c:pt>
                <c:pt idx="45">
                  <c:v>43490</c:v>
                </c:pt>
                <c:pt idx="46">
                  <c:v>43497</c:v>
                </c:pt>
                <c:pt idx="47">
                  <c:v>43504</c:v>
                </c:pt>
                <c:pt idx="48">
                  <c:v>43511</c:v>
                </c:pt>
                <c:pt idx="49">
                  <c:v>43518</c:v>
                </c:pt>
                <c:pt idx="50">
                  <c:v>43525</c:v>
                </c:pt>
                <c:pt idx="51">
                  <c:v>43532</c:v>
                </c:pt>
                <c:pt idx="52">
                  <c:v>43539</c:v>
                </c:pt>
                <c:pt idx="53">
                  <c:v>43546</c:v>
                </c:pt>
                <c:pt idx="54">
                  <c:v>43553</c:v>
                </c:pt>
                <c:pt idx="55">
                  <c:v>43560</c:v>
                </c:pt>
                <c:pt idx="56">
                  <c:v>43567</c:v>
                </c:pt>
                <c:pt idx="57">
                  <c:v>43574</c:v>
                </c:pt>
                <c:pt idx="58">
                  <c:v>43581</c:v>
                </c:pt>
                <c:pt idx="59">
                  <c:v>43588</c:v>
                </c:pt>
                <c:pt idx="60">
                  <c:v>43595</c:v>
                </c:pt>
                <c:pt idx="61">
                  <c:v>43602</c:v>
                </c:pt>
                <c:pt idx="62">
                  <c:v>43609</c:v>
                </c:pt>
                <c:pt idx="63">
                  <c:v>43616</c:v>
                </c:pt>
                <c:pt idx="64">
                  <c:v>43623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940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7/8/2019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7/8/2019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6891042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Air Care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094533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5,206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38%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24%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38%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62%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210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6166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Laundry And Home Care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Air Care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5555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2.5M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71K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17.3%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715718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5%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-18%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138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Air Care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2019-07-08T20:10:21Z</dcterms:modified>
</cp:coreProperties>
</file>