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43469</c:v>
                </c:pt>
                <c:pt idx="51">
                  <c:v>43476</c:v>
                </c:pt>
                <c:pt idx="52">
                  <c:v>43483</c:v>
                </c:pt>
                <c:pt idx="53">
                  <c:v>43490</c:v>
                </c:pt>
                <c:pt idx="54">
                  <c:v>43497</c:v>
                </c:pt>
                <c:pt idx="55">
                  <c:v>43504</c:v>
                </c:pt>
                <c:pt idx="56">
                  <c:v>43511</c:v>
                </c:pt>
                <c:pt idx="57">
                  <c:v>43518</c:v>
                </c:pt>
                <c:pt idx="58">
                  <c:v>43525</c:v>
                </c:pt>
                <c:pt idx="59">
                  <c:v>43532</c:v>
                </c:pt>
                <c:pt idx="60">
                  <c:v>43539</c:v>
                </c:pt>
                <c:pt idx="61">
                  <c:v>43546</c:v>
                </c:pt>
                <c:pt idx="62">
                  <c:v>43553</c:v>
                </c:pt>
                <c:pt idx="63">
                  <c:v>43560</c:v>
                </c:pt>
                <c:pt idx="64">
                  <c:v>43567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0</c:v>
                </c:pt>
                <c:pt idx="51">
                  <c:v>180</c:v>
                </c:pt>
                <c:pt idx="52">
                  <c:v>410</c:v>
                </c:pt>
                <c:pt idx="53">
                  <c:v>300</c:v>
                </c:pt>
                <c:pt idx="54">
                  <c:v>500</c:v>
                </c:pt>
                <c:pt idx="55">
                  <c:v>670</c:v>
                </c:pt>
                <c:pt idx="56">
                  <c:v>510</c:v>
                </c:pt>
                <c:pt idx="57">
                  <c:v>450</c:v>
                </c:pt>
                <c:pt idx="58">
                  <c:v>290</c:v>
                </c:pt>
                <c:pt idx="59">
                  <c:v>340</c:v>
                </c:pt>
                <c:pt idx="60">
                  <c:v>410</c:v>
                </c:pt>
                <c:pt idx="61">
                  <c:v>400</c:v>
                </c:pt>
                <c:pt idx="62">
                  <c:v>330</c:v>
                </c:pt>
                <c:pt idx="63">
                  <c:v>380</c:v>
                </c:pt>
                <c:pt idx="64">
                  <c:v>330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43469</c:v>
                </c:pt>
                <c:pt idx="51">
                  <c:v>43476</c:v>
                </c:pt>
                <c:pt idx="52">
                  <c:v>43483</c:v>
                </c:pt>
                <c:pt idx="53">
                  <c:v>43490</c:v>
                </c:pt>
                <c:pt idx="54">
                  <c:v>43497</c:v>
                </c:pt>
                <c:pt idx="55">
                  <c:v>43504</c:v>
                </c:pt>
                <c:pt idx="56">
                  <c:v>43511</c:v>
                </c:pt>
                <c:pt idx="57">
                  <c:v>43518</c:v>
                </c:pt>
                <c:pt idx="58">
                  <c:v>43525</c:v>
                </c:pt>
                <c:pt idx="59">
                  <c:v>43532</c:v>
                </c:pt>
                <c:pt idx="60">
                  <c:v>43539</c:v>
                </c:pt>
                <c:pt idx="61">
                  <c:v>43546</c:v>
                </c:pt>
                <c:pt idx="62">
                  <c:v>43553</c:v>
                </c:pt>
                <c:pt idx="63">
                  <c:v>43560</c:v>
                </c:pt>
                <c:pt idx="64">
                  <c:v>43567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0</c:v>
                </c:pt>
                <c:pt idx="51">
                  <c:v>180</c:v>
                </c:pt>
                <c:pt idx="52">
                  <c:v>320</c:v>
                </c:pt>
                <c:pt idx="53">
                  <c:v>220</c:v>
                </c:pt>
                <c:pt idx="54">
                  <c:v>400</c:v>
                </c:pt>
                <c:pt idx="55">
                  <c:v>590</c:v>
                </c:pt>
                <c:pt idx="56">
                  <c:v>470</c:v>
                </c:pt>
                <c:pt idx="57">
                  <c:v>410</c:v>
                </c:pt>
                <c:pt idx="58">
                  <c:v>290</c:v>
                </c:pt>
                <c:pt idx="59">
                  <c:v>300</c:v>
                </c:pt>
                <c:pt idx="60">
                  <c:v>380</c:v>
                </c:pt>
                <c:pt idx="61">
                  <c:v>360</c:v>
                </c:pt>
                <c:pt idx="62">
                  <c:v>280</c:v>
                </c:pt>
                <c:pt idx="63">
                  <c:v>330</c:v>
                </c:pt>
                <c:pt idx="64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9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43469</c:v>
                </c:pt>
                <c:pt idx="51">
                  <c:v>43476</c:v>
                </c:pt>
                <c:pt idx="52">
                  <c:v>43483</c:v>
                </c:pt>
                <c:pt idx="53">
                  <c:v>43490</c:v>
                </c:pt>
                <c:pt idx="54">
                  <c:v>43497</c:v>
                </c:pt>
                <c:pt idx="55">
                  <c:v>43504</c:v>
                </c:pt>
                <c:pt idx="56">
                  <c:v>43511</c:v>
                </c:pt>
                <c:pt idx="57">
                  <c:v>43518</c:v>
                </c:pt>
                <c:pt idx="58">
                  <c:v>43525</c:v>
                </c:pt>
                <c:pt idx="59">
                  <c:v>43532</c:v>
                </c:pt>
                <c:pt idx="60">
                  <c:v>43539</c:v>
                </c:pt>
                <c:pt idx="61">
                  <c:v>43546</c:v>
                </c:pt>
                <c:pt idx="62">
                  <c:v>43553</c:v>
                </c:pt>
                <c:pt idx="63">
                  <c:v>43560</c:v>
                </c:pt>
                <c:pt idx="64">
                  <c:v>43567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44969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On The Go - Crackers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26524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33,098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8611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On The Go - Crackers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90970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55208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769%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589%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On The Go - Crackers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2019-05-13T18:08:12Z</dcterms:modified>
</cp:coreProperties>
</file>