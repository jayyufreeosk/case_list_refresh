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43252</c:v>
                </c:pt>
                <c:pt idx="7">
                  <c:v>43259</c:v>
                </c:pt>
                <c:pt idx="8">
                  <c:v>43266</c:v>
                </c:pt>
                <c:pt idx="9">
                  <c:v>43273</c:v>
                </c:pt>
                <c:pt idx="10">
                  <c:v>43280</c:v>
                </c:pt>
                <c:pt idx="11">
                  <c:v>43287</c:v>
                </c:pt>
                <c:pt idx="12">
                  <c:v>43294</c:v>
                </c:pt>
                <c:pt idx="13">
                  <c:v>43301</c:v>
                </c:pt>
                <c:pt idx="14">
                  <c:v>43308</c:v>
                </c:pt>
                <c:pt idx="15">
                  <c:v>43315</c:v>
                </c:pt>
                <c:pt idx="16">
                  <c:v>43322</c:v>
                </c:pt>
                <c:pt idx="17">
                  <c:v>43329</c:v>
                </c:pt>
                <c:pt idx="18">
                  <c:v>43336</c:v>
                </c:pt>
                <c:pt idx="19">
                  <c:v>43343</c:v>
                </c:pt>
                <c:pt idx="20">
                  <c:v>43350</c:v>
                </c:pt>
                <c:pt idx="21">
                  <c:v>43357</c:v>
                </c:pt>
                <c:pt idx="22">
                  <c:v>43364</c:v>
                </c:pt>
                <c:pt idx="23">
                  <c:v>43371</c:v>
                </c:pt>
                <c:pt idx="24">
                  <c:v>43378</c:v>
                </c:pt>
                <c:pt idx="25">
                  <c:v>43385</c:v>
                </c:pt>
                <c:pt idx="26">
                  <c:v>43392</c:v>
                </c:pt>
                <c:pt idx="27">
                  <c:v>43399</c:v>
                </c:pt>
                <c:pt idx="28">
                  <c:v>43406</c:v>
                </c:pt>
                <c:pt idx="29">
                  <c:v>43413</c:v>
                </c:pt>
                <c:pt idx="30">
                  <c:v>43420</c:v>
                </c:pt>
                <c:pt idx="31">
                  <c:v>43427</c:v>
                </c:pt>
                <c:pt idx="32">
                  <c:v>43434</c:v>
                </c:pt>
                <c:pt idx="33">
                  <c:v>43441</c:v>
                </c:pt>
                <c:pt idx="34">
                  <c:v>43448</c:v>
                </c:pt>
                <c:pt idx="35">
                  <c:v>43455</c:v>
                </c:pt>
                <c:pt idx="36">
                  <c:v>43462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0</c:v>
                </c:pt>
                <c:pt idx="7">
                  <c:v>50</c:v>
                </c:pt>
                <c:pt idx="8">
                  <c:v>160</c:v>
                </c:pt>
                <c:pt idx="9">
                  <c:v>170</c:v>
                </c:pt>
                <c:pt idx="10">
                  <c:v>160</c:v>
                </c:pt>
                <c:pt idx="11">
                  <c:v>200</c:v>
                </c:pt>
                <c:pt idx="12">
                  <c:v>250</c:v>
                </c:pt>
                <c:pt idx="13">
                  <c:v>270</c:v>
                </c:pt>
                <c:pt idx="14">
                  <c:v>330</c:v>
                </c:pt>
                <c:pt idx="15">
                  <c:v>400</c:v>
                </c:pt>
                <c:pt idx="16">
                  <c:v>410</c:v>
                </c:pt>
                <c:pt idx="17">
                  <c:v>460</c:v>
                </c:pt>
                <c:pt idx="18">
                  <c:v>400</c:v>
                </c:pt>
                <c:pt idx="19">
                  <c:v>350</c:v>
                </c:pt>
                <c:pt idx="20">
                  <c:v>350</c:v>
                </c:pt>
                <c:pt idx="21">
                  <c:v>350</c:v>
                </c:pt>
                <c:pt idx="22">
                  <c:v>380</c:v>
                </c:pt>
                <c:pt idx="23">
                  <c:v>440</c:v>
                </c:pt>
                <c:pt idx="24">
                  <c:v>580</c:v>
                </c:pt>
                <c:pt idx="25">
                  <c:v>570</c:v>
                </c:pt>
                <c:pt idx="26">
                  <c:v>560</c:v>
                </c:pt>
                <c:pt idx="27">
                  <c:v>530</c:v>
                </c:pt>
                <c:pt idx="28">
                  <c:v>430</c:v>
                </c:pt>
                <c:pt idx="29">
                  <c:v>430</c:v>
                </c:pt>
                <c:pt idx="30">
                  <c:v>420</c:v>
                </c:pt>
                <c:pt idx="31">
                  <c:v>470</c:v>
                </c:pt>
                <c:pt idx="32">
                  <c:v>380</c:v>
                </c:pt>
                <c:pt idx="33">
                  <c:v>550</c:v>
                </c:pt>
                <c:pt idx="34">
                  <c:v>620</c:v>
                </c:pt>
                <c:pt idx="35">
                  <c:v>560</c:v>
                </c:pt>
                <c:pt idx="36">
                  <c:v>510</c:v>
                </c:pt>
                <c:pt idx="37">
                  <c:v>460</c:v>
                </c:pt>
                <c:pt idx="38">
                  <c:v>260</c:v>
                </c:pt>
                <c:pt idx="39">
                  <c:v>240</c:v>
                </c:pt>
                <c:pt idx="40">
                  <c:v>250</c:v>
                </c:pt>
                <c:pt idx="41">
                  <c:v>350</c:v>
                </c:pt>
                <c:pt idx="42">
                  <c:v>500</c:v>
                </c:pt>
                <c:pt idx="43">
                  <c:v>430</c:v>
                </c:pt>
                <c:pt idx="44">
                  <c:v>410</c:v>
                </c:pt>
                <c:pt idx="45">
                  <c:v>310</c:v>
                </c:pt>
                <c:pt idx="46">
                  <c:v>280</c:v>
                </c:pt>
                <c:pt idx="47">
                  <c:v>270</c:v>
                </c:pt>
                <c:pt idx="48">
                  <c:v>260</c:v>
                </c:pt>
                <c:pt idx="49">
                  <c:v>240</c:v>
                </c:pt>
                <c:pt idx="50">
                  <c:v>260</c:v>
                </c:pt>
                <c:pt idx="51">
                  <c:v>260</c:v>
                </c:pt>
                <c:pt idx="52">
                  <c:v>270</c:v>
                </c:pt>
                <c:pt idx="53">
                  <c:v>230</c:v>
                </c:pt>
                <c:pt idx="54">
                  <c:v>220</c:v>
                </c:pt>
                <c:pt idx="55">
                  <c:v>250</c:v>
                </c:pt>
                <c:pt idx="56">
                  <c:v>260</c:v>
                </c:pt>
                <c:pt idx="57">
                  <c:v>300</c:v>
                </c:pt>
                <c:pt idx="58">
                  <c:v>410</c:v>
                </c:pt>
                <c:pt idx="59">
                  <c:v>410</c:v>
                </c:pt>
                <c:pt idx="60">
                  <c:v>390</c:v>
                </c:pt>
                <c:pt idx="61">
                  <c:v>330</c:v>
                </c:pt>
                <c:pt idx="62">
                  <c:v>250</c:v>
                </c:pt>
                <c:pt idx="63">
                  <c:v>260</c:v>
                </c:pt>
                <c:pt idx="64">
                  <c:v>270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43252</c:v>
                </c:pt>
                <c:pt idx="7">
                  <c:v>43259</c:v>
                </c:pt>
                <c:pt idx="8">
                  <c:v>43266</c:v>
                </c:pt>
                <c:pt idx="9">
                  <c:v>43273</c:v>
                </c:pt>
                <c:pt idx="10">
                  <c:v>43280</c:v>
                </c:pt>
                <c:pt idx="11">
                  <c:v>43287</c:v>
                </c:pt>
                <c:pt idx="12">
                  <c:v>43294</c:v>
                </c:pt>
                <c:pt idx="13">
                  <c:v>43301</c:v>
                </c:pt>
                <c:pt idx="14">
                  <c:v>43308</c:v>
                </c:pt>
                <c:pt idx="15">
                  <c:v>43315</c:v>
                </c:pt>
                <c:pt idx="16">
                  <c:v>43322</c:v>
                </c:pt>
                <c:pt idx="17">
                  <c:v>43329</c:v>
                </c:pt>
                <c:pt idx="18">
                  <c:v>43336</c:v>
                </c:pt>
                <c:pt idx="19">
                  <c:v>43343</c:v>
                </c:pt>
                <c:pt idx="20">
                  <c:v>43350</c:v>
                </c:pt>
                <c:pt idx="21">
                  <c:v>43357</c:v>
                </c:pt>
                <c:pt idx="22">
                  <c:v>43364</c:v>
                </c:pt>
                <c:pt idx="23">
                  <c:v>43371</c:v>
                </c:pt>
                <c:pt idx="24">
                  <c:v>43378</c:v>
                </c:pt>
                <c:pt idx="25">
                  <c:v>43385</c:v>
                </c:pt>
                <c:pt idx="26">
                  <c:v>43392</c:v>
                </c:pt>
                <c:pt idx="27">
                  <c:v>43399</c:v>
                </c:pt>
                <c:pt idx="28">
                  <c:v>43406</c:v>
                </c:pt>
                <c:pt idx="29">
                  <c:v>43413</c:v>
                </c:pt>
                <c:pt idx="30">
                  <c:v>43420</c:v>
                </c:pt>
                <c:pt idx="31">
                  <c:v>43427</c:v>
                </c:pt>
                <c:pt idx="32">
                  <c:v>43434</c:v>
                </c:pt>
                <c:pt idx="33">
                  <c:v>43441</c:v>
                </c:pt>
                <c:pt idx="34">
                  <c:v>43448</c:v>
                </c:pt>
                <c:pt idx="35">
                  <c:v>43455</c:v>
                </c:pt>
                <c:pt idx="36">
                  <c:v>43462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40</c:v>
                </c:pt>
                <c:pt idx="8">
                  <c:v>150</c:v>
                </c:pt>
                <c:pt idx="9">
                  <c:v>170</c:v>
                </c:pt>
                <c:pt idx="10">
                  <c:v>190</c:v>
                </c:pt>
                <c:pt idx="11">
                  <c:v>250</c:v>
                </c:pt>
                <c:pt idx="12">
                  <c:v>310</c:v>
                </c:pt>
                <c:pt idx="13">
                  <c:v>340</c:v>
                </c:pt>
                <c:pt idx="14">
                  <c:v>420</c:v>
                </c:pt>
                <c:pt idx="15">
                  <c:v>520</c:v>
                </c:pt>
                <c:pt idx="16">
                  <c:v>570</c:v>
                </c:pt>
                <c:pt idx="17">
                  <c:v>690</c:v>
                </c:pt>
                <c:pt idx="18">
                  <c:v>580</c:v>
                </c:pt>
                <c:pt idx="19">
                  <c:v>450</c:v>
                </c:pt>
                <c:pt idx="20">
                  <c:v>470</c:v>
                </c:pt>
                <c:pt idx="21">
                  <c:v>480</c:v>
                </c:pt>
                <c:pt idx="22">
                  <c:v>510</c:v>
                </c:pt>
                <c:pt idx="23">
                  <c:v>570</c:v>
                </c:pt>
                <c:pt idx="24">
                  <c:v>750</c:v>
                </c:pt>
                <c:pt idx="25">
                  <c:v>740</c:v>
                </c:pt>
                <c:pt idx="26">
                  <c:v>770</c:v>
                </c:pt>
                <c:pt idx="27">
                  <c:v>710</c:v>
                </c:pt>
                <c:pt idx="28">
                  <c:v>590</c:v>
                </c:pt>
                <c:pt idx="29">
                  <c:v>570</c:v>
                </c:pt>
                <c:pt idx="30">
                  <c:v>550</c:v>
                </c:pt>
                <c:pt idx="31">
                  <c:v>610</c:v>
                </c:pt>
                <c:pt idx="32">
                  <c:v>510</c:v>
                </c:pt>
                <c:pt idx="33">
                  <c:v>760</c:v>
                </c:pt>
                <c:pt idx="34">
                  <c:v>830</c:v>
                </c:pt>
                <c:pt idx="35">
                  <c:v>750</c:v>
                </c:pt>
                <c:pt idx="36">
                  <c:v>730</c:v>
                </c:pt>
                <c:pt idx="37">
                  <c:v>620</c:v>
                </c:pt>
                <c:pt idx="38">
                  <c:v>390</c:v>
                </c:pt>
                <c:pt idx="39">
                  <c:v>380</c:v>
                </c:pt>
                <c:pt idx="40">
                  <c:v>400</c:v>
                </c:pt>
                <c:pt idx="41">
                  <c:v>520</c:v>
                </c:pt>
                <c:pt idx="42">
                  <c:v>740</c:v>
                </c:pt>
                <c:pt idx="43">
                  <c:v>650</c:v>
                </c:pt>
                <c:pt idx="44">
                  <c:v>630</c:v>
                </c:pt>
                <c:pt idx="45">
                  <c:v>520</c:v>
                </c:pt>
                <c:pt idx="46">
                  <c:v>420</c:v>
                </c:pt>
                <c:pt idx="47">
                  <c:v>400</c:v>
                </c:pt>
                <c:pt idx="48">
                  <c:v>400</c:v>
                </c:pt>
                <c:pt idx="49">
                  <c:v>340</c:v>
                </c:pt>
                <c:pt idx="50">
                  <c:v>390</c:v>
                </c:pt>
                <c:pt idx="51">
                  <c:v>400</c:v>
                </c:pt>
                <c:pt idx="52">
                  <c:v>340</c:v>
                </c:pt>
                <c:pt idx="53">
                  <c:v>340</c:v>
                </c:pt>
                <c:pt idx="54">
                  <c:v>340</c:v>
                </c:pt>
                <c:pt idx="55">
                  <c:v>360</c:v>
                </c:pt>
                <c:pt idx="56">
                  <c:v>370</c:v>
                </c:pt>
                <c:pt idx="57">
                  <c:v>430</c:v>
                </c:pt>
                <c:pt idx="58">
                  <c:v>600</c:v>
                </c:pt>
                <c:pt idx="59">
                  <c:v>600</c:v>
                </c:pt>
                <c:pt idx="60">
                  <c:v>580</c:v>
                </c:pt>
                <c:pt idx="61">
                  <c:v>480</c:v>
                </c:pt>
                <c:pt idx="62">
                  <c:v>370</c:v>
                </c:pt>
                <c:pt idx="63">
                  <c:v>370</c:v>
                </c:pt>
                <c:pt idx="64">
                  <c:v>380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3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43252</c:v>
                </c:pt>
                <c:pt idx="7">
                  <c:v>43259</c:v>
                </c:pt>
                <c:pt idx="8">
                  <c:v>43266</c:v>
                </c:pt>
                <c:pt idx="9">
                  <c:v>43273</c:v>
                </c:pt>
                <c:pt idx="10">
                  <c:v>43280</c:v>
                </c:pt>
                <c:pt idx="11">
                  <c:v>43287</c:v>
                </c:pt>
                <c:pt idx="12">
                  <c:v>43294</c:v>
                </c:pt>
                <c:pt idx="13">
                  <c:v>43301</c:v>
                </c:pt>
                <c:pt idx="14">
                  <c:v>43308</c:v>
                </c:pt>
                <c:pt idx="15">
                  <c:v>43315</c:v>
                </c:pt>
                <c:pt idx="16">
                  <c:v>43322</c:v>
                </c:pt>
                <c:pt idx="17">
                  <c:v>43329</c:v>
                </c:pt>
                <c:pt idx="18">
                  <c:v>43336</c:v>
                </c:pt>
                <c:pt idx="19">
                  <c:v>43343</c:v>
                </c:pt>
                <c:pt idx="20">
                  <c:v>43350</c:v>
                </c:pt>
                <c:pt idx="21">
                  <c:v>43357</c:v>
                </c:pt>
                <c:pt idx="22">
                  <c:v>43364</c:v>
                </c:pt>
                <c:pt idx="23">
                  <c:v>43371</c:v>
                </c:pt>
                <c:pt idx="24">
                  <c:v>43378</c:v>
                </c:pt>
                <c:pt idx="25">
                  <c:v>43385</c:v>
                </c:pt>
                <c:pt idx="26">
                  <c:v>43392</c:v>
                </c:pt>
                <c:pt idx="27">
                  <c:v>43399</c:v>
                </c:pt>
                <c:pt idx="28">
                  <c:v>43406</c:v>
                </c:pt>
                <c:pt idx="29">
                  <c:v>43413</c:v>
                </c:pt>
                <c:pt idx="30">
                  <c:v>43420</c:v>
                </c:pt>
                <c:pt idx="31">
                  <c:v>43427</c:v>
                </c:pt>
                <c:pt idx="32">
                  <c:v>43434</c:v>
                </c:pt>
                <c:pt idx="33">
                  <c:v>43441</c:v>
                </c:pt>
                <c:pt idx="34">
                  <c:v>43448</c:v>
                </c:pt>
                <c:pt idx="35">
                  <c:v>43455</c:v>
                </c:pt>
                <c:pt idx="36">
                  <c:v>43462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597847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Toothbrush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80533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1,985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384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Toothbrush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74195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207K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641417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136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Toothbrush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2019-08-13T14:02:08Z</dcterms:modified>
</cp:coreProperties>
</file>