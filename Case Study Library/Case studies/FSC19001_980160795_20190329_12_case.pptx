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66A"/>
    <a:srgbClr val="999899"/>
    <a:srgbClr val="FFFFFF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6" d="100"/>
          <a:sy n="36" d="100"/>
        </p:scale>
        <p:origin x="1158" y="96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43455</c:v>
                </c:pt>
                <c:pt idx="42">
                  <c:v>43462</c:v>
                </c:pt>
                <c:pt idx="43">
                  <c:v>43469</c:v>
                </c:pt>
                <c:pt idx="44">
                  <c:v>43476</c:v>
                </c:pt>
                <c:pt idx="45">
                  <c:v>43483</c:v>
                </c:pt>
                <c:pt idx="46">
                  <c:v>43490</c:v>
                </c:pt>
                <c:pt idx="47">
                  <c:v>43497</c:v>
                </c:pt>
                <c:pt idx="48">
                  <c:v>43504</c:v>
                </c:pt>
                <c:pt idx="49">
                  <c:v>43511</c:v>
                </c:pt>
                <c:pt idx="50">
                  <c:v>43518</c:v>
                </c:pt>
                <c:pt idx="51">
                  <c:v>43525</c:v>
                </c:pt>
                <c:pt idx="52">
                  <c:v>43532</c:v>
                </c:pt>
                <c:pt idx="53">
                  <c:v>43539</c:v>
                </c:pt>
                <c:pt idx="54">
                  <c:v>43546</c:v>
                </c:pt>
                <c:pt idx="55">
                  <c:v>43553</c:v>
                </c:pt>
                <c:pt idx="56">
                  <c:v>43560</c:v>
                </c:pt>
                <c:pt idx="57">
                  <c:v>43567</c:v>
                </c:pt>
                <c:pt idx="58">
                  <c:v>43574</c:v>
                </c:pt>
                <c:pt idx="59">
                  <c:v>43581</c:v>
                </c:pt>
                <c:pt idx="60">
                  <c:v>43588</c:v>
                </c:pt>
                <c:pt idx="61">
                  <c:v>43595</c:v>
                </c:pt>
                <c:pt idx="62">
                  <c:v>43602</c:v>
                </c:pt>
                <c:pt idx="63">
                  <c:v>#N/A</c:v>
                </c:pt>
                <c:pt idx="64">
                  <c:v>43616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10</c:v>
                </c:pt>
                <c:pt idx="42">
                  <c:v>50</c:v>
                </c:pt>
                <c:pt idx="43">
                  <c:v>70</c:v>
                </c:pt>
                <c:pt idx="44">
                  <c:v>80</c:v>
                </c:pt>
                <c:pt idx="45">
                  <c:v>100</c:v>
                </c:pt>
                <c:pt idx="46">
                  <c:v>120</c:v>
                </c:pt>
                <c:pt idx="47">
                  <c:v>180</c:v>
                </c:pt>
                <c:pt idx="48">
                  <c:v>270</c:v>
                </c:pt>
                <c:pt idx="49">
                  <c:v>240</c:v>
                </c:pt>
                <c:pt idx="50">
                  <c:v>250</c:v>
                </c:pt>
                <c:pt idx="51">
                  <c:v>200</c:v>
                </c:pt>
                <c:pt idx="52">
                  <c:v>300</c:v>
                </c:pt>
                <c:pt idx="53">
                  <c:v>250</c:v>
                </c:pt>
                <c:pt idx="54">
                  <c:v>490</c:v>
                </c:pt>
                <c:pt idx="55">
                  <c:v>680</c:v>
                </c:pt>
                <c:pt idx="56">
                  <c:v>290</c:v>
                </c:pt>
                <c:pt idx="57">
                  <c:v>100</c:v>
                </c:pt>
                <c:pt idx="58">
                  <c:v>40</c:v>
                </c:pt>
                <c:pt idx="59">
                  <c:v>10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#N/A</c:v>
                </c:pt>
                <c:pt idx="64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43455</c:v>
                </c:pt>
                <c:pt idx="42">
                  <c:v>43462</c:v>
                </c:pt>
                <c:pt idx="43">
                  <c:v>43469</c:v>
                </c:pt>
                <c:pt idx="44">
                  <c:v>43476</c:v>
                </c:pt>
                <c:pt idx="45">
                  <c:v>43483</c:v>
                </c:pt>
                <c:pt idx="46">
                  <c:v>43490</c:v>
                </c:pt>
                <c:pt idx="47">
                  <c:v>43497</c:v>
                </c:pt>
                <c:pt idx="48">
                  <c:v>43504</c:v>
                </c:pt>
                <c:pt idx="49">
                  <c:v>43511</c:v>
                </c:pt>
                <c:pt idx="50">
                  <c:v>43518</c:v>
                </c:pt>
                <c:pt idx="51">
                  <c:v>43525</c:v>
                </c:pt>
                <c:pt idx="52">
                  <c:v>43532</c:v>
                </c:pt>
                <c:pt idx="53">
                  <c:v>43539</c:v>
                </c:pt>
                <c:pt idx="54">
                  <c:v>43546</c:v>
                </c:pt>
                <c:pt idx="55">
                  <c:v>43553</c:v>
                </c:pt>
                <c:pt idx="56">
                  <c:v>43560</c:v>
                </c:pt>
                <c:pt idx="57">
                  <c:v>43567</c:v>
                </c:pt>
                <c:pt idx="58">
                  <c:v>43574</c:v>
                </c:pt>
                <c:pt idx="59">
                  <c:v>43581</c:v>
                </c:pt>
                <c:pt idx="60">
                  <c:v>43588</c:v>
                </c:pt>
                <c:pt idx="61">
                  <c:v>43595</c:v>
                </c:pt>
                <c:pt idx="62">
                  <c:v>43602</c:v>
                </c:pt>
                <c:pt idx="63">
                  <c:v>#N/A</c:v>
                </c:pt>
                <c:pt idx="64">
                  <c:v>43616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#N/A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18"/>
            <c:marker>
              <c:symbol val="none"/>
            </c:marker>
            <c:bubble3D val="0"/>
          </c:dPt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43455</c:v>
                </c:pt>
                <c:pt idx="42">
                  <c:v>43462</c:v>
                </c:pt>
                <c:pt idx="43">
                  <c:v>43469</c:v>
                </c:pt>
                <c:pt idx="44">
                  <c:v>43476</c:v>
                </c:pt>
                <c:pt idx="45">
                  <c:v>43483</c:v>
                </c:pt>
                <c:pt idx="46">
                  <c:v>43490</c:v>
                </c:pt>
                <c:pt idx="47">
                  <c:v>43497</c:v>
                </c:pt>
                <c:pt idx="48">
                  <c:v>43504</c:v>
                </c:pt>
                <c:pt idx="49">
                  <c:v>43511</c:v>
                </c:pt>
                <c:pt idx="50">
                  <c:v>43518</c:v>
                </c:pt>
                <c:pt idx="51">
                  <c:v>43525</c:v>
                </c:pt>
                <c:pt idx="52">
                  <c:v>43532</c:v>
                </c:pt>
                <c:pt idx="53">
                  <c:v>43539</c:v>
                </c:pt>
                <c:pt idx="54">
                  <c:v>43546</c:v>
                </c:pt>
                <c:pt idx="55">
                  <c:v>43553</c:v>
                </c:pt>
                <c:pt idx="56">
                  <c:v>43560</c:v>
                </c:pt>
                <c:pt idx="57">
                  <c:v>43567</c:v>
                </c:pt>
                <c:pt idx="58">
                  <c:v>43574</c:v>
                </c:pt>
                <c:pt idx="59">
                  <c:v>43581</c:v>
                </c:pt>
                <c:pt idx="60">
                  <c:v>43588</c:v>
                </c:pt>
                <c:pt idx="61">
                  <c:v>43595</c:v>
                </c:pt>
                <c:pt idx="62">
                  <c:v>43602</c:v>
                </c:pt>
                <c:pt idx="63">
                  <c:v>#N/A</c:v>
                </c:pt>
                <c:pt idx="64">
                  <c:v>43616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300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7/5/2019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7/5/2019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050854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Easter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087763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20,540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79%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15%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6%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94%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58625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589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Secondary Item (Merch)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480291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Candy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Easter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5929307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6.9M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1.1M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15.7%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1.9%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7.3%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45818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Sample Sub-Cat: Easter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5073427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24%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1316</TotalTime>
  <Words>131</Words>
  <Application>Microsoft Office PowerPoint</Application>
  <PresentationFormat>Custom</PresentationFormat>
  <Paragraphs>39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PT Sans Caption</vt:lpstr>
      <vt:lpstr>Office Theme</vt:lpstr>
      <vt:lpstr>Easter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368</cp:revision>
  <dcterms:created xsi:type="dcterms:W3CDTF">2018-12-12T20:08:26Z</dcterms:created>
  <dcterms:modified xsi:type="dcterms:W3CDTF">2019-07-05T14:09:46Z</dcterms:modified>
</cp:coreProperties>
</file>