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860</c:v>
                </c:pt>
                <c:pt idx="1">
                  <c:v>960</c:v>
                </c:pt>
                <c:pt idx="2">
                  <c:v>990</c:v>
                </c:pt>
                <c:pt idx="3">
                  <c:v>2040</c:v>
                </c:pt>
                <c:pt idx="4">
                  <c:v>2510</c:v>
                </c:pt>
                <c:pt idx="5">
                  <c:v>2250</c:v>
                </c:pt>
                <c:pt idx="6">
                  <c:v>2280</c:v>
                </c:pt>
                <c:pt idx="7">
                  <c:v>1630</c:v>
                </c:pt>
                <c:pt idx="8">
                  <c:v>880</c:v>
                </c:pt>
                <c:pt idx="9">
                  <c:v>980</c:v>
                </c:pt>
                <c:pt idx="10">
                  <c:v>1030</c:v>
                </c:pt>
                <c:pt idx="11">
                  <c:v>1530</c:v>
                </c:pt>
                <c:pt idx="12">
                  <c:v>2260</c:v>
                </c:pt>
                <c:pt idx="13">
                  <c:v>2020</c:v>
                </c:pt>
                <c:pt idx="14">
                  <c:v>1930</c:v>
                </c:pt>
                <c:pt idx="15">
                  <c:v>1510</c:v>
                </c:pt>
                <c:pt idx="16">
                  <c:v>940</c:v>
                </c:pt>
                <c:pt idx="17">
                  <c:v>1030</c:v>
                </c:pt>
                <c:pt idx="18">
                  <c:v>920</c:v>
                </c:pt>
                <c:pt idx="19">
                  <c:v>920</c:v>
                </c:pt>
                <c:pt idx="20">
                  <c:v>1030</c:v>
                </c:pt>
                <c:pt idx="21">
                  <c:v>1060</c:v>
                </c:pt>
                <c:pt idx="22">
                  <c:v>980</c:v>
                </c:pt>
                <c:pt idx="23">
                  <c:v>960</c:v>
                </c:pt>
                <c:pt idx="24">
                  <c:v>890</c:v>
                </c:pt>
                <c:pt idx="25">
                  <c:v>1030</c:v>
                </c:pt>
                <c:pt idx="26">
                  <c:v>1020</c:v>
                </c:pt>
                <c:pt idx="27">
                  <c:v>1250</c:v>
                </c:pt>
                <c:pt idx="28">
                  <c:v>2010</c:v>
                </c:pt>
                <c:pt idx="29">
                  <c:v>1970</c:v>
                </c:pt>
                <c:pt idx="30">
                  <c:v>1960</c:v>
                </c:pt>
                <c:pt idx="31">
                  <c:v>1610</c:v>
                </c:pt>
                <c:pt idx="32">
                  <c:v>1160</c:v>
                </c:pt>
                <c:pt idx="33">
                  <c:v>1280</c:v>
                </c:pt>
                <c:pt idx="34">
                  <c:v>1310</c:v>
                </c:pt>
                <c:pt idx="35">
                  <c:v>1310</c:v>
                </c:pt>
                <c:pt idx="36">
                  <c:v>1130</c:v>
                </c:pt>
                <c:pt idx="37">
                  <c:v>1090</c:v>
                </c:pt>
                <c:pt idx="38">
                  <c:v>1030</c:v>
                </c:pt>
                <c:pt idx="39">
                  <c:v>1040</c:v>
                </c:pt>
                <c:pt idx="40">
                  <c:v>1050</c:v>
                </c:pt>
                <c:pt idx="41">
                  <c:v>1090</c:v>
                </c:pt>
                <c:pt idx="42">
                  <c:v>1120</c:v>
                </c:pt>
                <c:pt idx="43">
                  <c:v>1120</c:v>
                </c:pt>
                <c:pt idx="44">
                  <c:v>1180</c:v>
                </c:pt>
                <c:pt idx="45">
                  <c:v>1500</c:v>
                </c:pt>
                <c:pt idx="46">
                  <c:v>2050</c:v>
                </c:pt>
                <c:pt idx="47">
                  <c:v>1860</c:v>
                </c:pt>
                <c:pt idx="48">
                  <c:v>1760</c:v>
                </c:pt>
                <c:pt idx="49">
                  <c:v>1600</c:v>
                </c:pt>
                <c:pt idx="50">
                  <c:v>1170</c:v>
                </c:pt>
                <c:pt idx="51">
                  <c:v>1120</c:v>
                </c:pt>
                <c:pt idx="52">
                  <c:v>1100</c:v>
                </c:pt>
                <c:pt idx="53">
                  <c:v>1060</c:v>
                </c:pt>
                <c:pt idx="54">
                  <c:v>900</c:v>
                </c:pt>
                <c:pt idx="55">
                  <c:v>1880</c:v>
                </c:pt>
                <c:pt idx="56">
                  <c:v>2320</c:v>
                </c:pt>
                <c:pt idx="57">
                  <c:v>2110</c:v>
                </c:pt>
                <c:pt idx="58">
                  <c:v>1940</c:v>
                </c:pt>
                <c:pt idx="59">
                  <c:v>1770</c:v>
                </c:pt>
                <c:pt idx="60">
                  <c:v>1190</c:v>
                </c:pt>
                <c:pt idx="61">
                  <c:v>1070</c:v>
                </c:pt>
                <c:pt idx="62">
                  <c:v>1100</c:v>
                </c:pt>
                <c:pt idx="63">
                  <c:v>1440</c:v>
                </c:pt>
                <c:pt idx="64">
                  <c:v>2220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880</c:v>
                </c:pt>
                <c:pt idx="1">
                  <c:v>960</c:v>
                </c:pt>
                <c:pt idx="2">
                  <c:v>1000</c:v>
                </c:pt>
                <c:pt idx="3">
                  <c:v>2120</c:v>
                </c:pt>
                <c:pt idx="4">
                  <c:v>2580</c:v>
                </c:pt>
                <c:pt idx="5">
                  <c:v>2370</c:v>
                </c:pt>
                <c:pt idx="6">
                  <c:v>2400</c:v>
                </c:pt>
                <c:pt idx="7">
                  <c:v>1670</c:v>
                </c:pt>
                <c:pt idx="8">
                  <c:v>1000</c:v>
                </c:pt>
                <c:pt idx="9">
                  <c:v>970</c:v>
                </c:pt>
                <c:pt idx="10">
                  <c:v>1040</c:v>
                </c:pt>
                <c:pt idx="11">
                  <c:v>1570</c:v>
                </c:pt>
                <c:pt idx="12">
                  <c:v>2370</c:v>
                </c:pt>
                <c:pt idx="13">
                  <c:v>2170</c:v>
                </c:pt>
                <c:pt idx="14">
                  <c:v>2080</c:v>
                </c:pt>
                <c:pt idx="15">
                  <c:v>1620</c:v>
                </c:pt>
                <c:pt idx="16">
                  <c:v>950</c:v>
                </c:pt>
                <c:pt idx="17">
                  <c:v>1040</c:v>
                </c:pt>
                <c:pt idx="18">
                  <c:v>980</c:v>
                </c:pt>
                <c:pt idx="19">
                  <c:v>980</c:v>
                </c:pt>
                <c:pt idx="20">
                  <c:v>1040</c:v>
                </c:pt>
                <c:pt idx="21">
                  <c:v>1050</c:v>
                </c:pt>
                <c:pt idx="22">
                  <c:v>940</c:v>
                </c:pt>
                <c:pt idx="23">
                  <c:v>980</c:v>
                </c:pt>
                <c:pt idx="24">
                  <c:v>910</c:v>
                </c:pt>
                <c:pt idx="25">
                  <c:v>1090</c:v>
                </c:pt>
                <c:pt idx="26">
                  <c:v>1040</c:v>
                </c:pt>
                <c:pt idx="27">
                  <c:v>1320</c:v>
                </c:pt>
                <c:pt idx="28">
                  <c:v>2180</c:v>
                </c:pt>
                <c:pt idx="29">
                  <c:v>2110</c:v>
                </c:pt>
                <c:pt idx="30">
                  <c:v>2090</c:v>
                </c:pt>
                <c:pt idx="31">
                  <c:v>1710</c:v>
                </c:pt>
                <c:pt idx="32">
                  <c:v>1140</c:v>
                </c:pt>
                <c:pt idx="33">
                  <c:v>1280</c:v>
                </c:pt>
                <c:pt idx="34">
                  <c:v>1350</c:v>
                </c:pt>
                <c:pt idx="35">
                  <c:v>1210</c:v>
                </c:pt>
                <c:pt idx="36">
                  <c:v>1160</c:v>
                </c:pt>
                <c:pt idx="37">
                  <c:v>1060</c:v>
                </c:pt>
                <c:pt idx="38">
                  <c:v>1050</c:v>
                </c:pt>
                <c:pt idx="39">
                  <c:v>1060</c:v>
                </c:pt>
                <c:pt idx="40">
                  <c:v>1060</c:v>
                </c:pt>
                <c:pt idx="41">
                  <c:v>1120</c:v>
                </c:pt>
                <c:pt idx="42">
                  <c:v>1150</c:v>
                </c:pt>
                <c:pt idx="43">
                  <c:v>1130</c:v>
                </c:pt>
                <c:pt idx="44">
                  <c:v>1150</c:v>
                </c:pt>
                <c:pt idx="45">
                  <c:v>1480</c:v>
                </c:pt>
                <c:pt idx="46">
                  <c:v>2100</c:v>
                </c:pt>
                <c:pt idx="47">
                  <c:v>2020</c:v>
                </c:pt>
                <c:pt idx="48">
                  <c:v>1890</c:v>
                </c:pt>
                <c:pt idx="49">
                  <c:v>1740</c:v>
                </c:pt>
                <c:pt idx="50">
                  <c:v>1210</c:v>
                </c:pt>
                <c:pt idx="51">
                  <c:v>1140</c:v>
                </c:pt>
                <c:pt idx="52">
                  <c:v>1050</c:v>
                </c:pt>
                <c:pt idx="53">
                  <c:v>1120</c:v>
                </c:pt>
                <c:pt idx="54">
                  <c:v>940</c:v>
                </c:pt>
                <c:pt idx="55">
                  <c:v>1990</c:v>
                </c:pt>
                <c:pt idx="56">
                  <c:v>2330</c:v>
                </c:pt>
                <c:pt idx="57">
                  <c:v>2100</c:v>
                </c:pt>
                <c:pt idx="58">
                  <c:v>1890</c:v>
                </c:pt>
                <c:pt idx="59">
                  <c:v>1740</c:v>
                </c:pt>
                <c:pt idx="60">
                  <c:v>1210</c:v>
                </c:pt>
                <c:pt idx="61">
                  <c:v>1070</c:v>
                </c:pt>
                <c:pt idx="62">
                  <c:v>1090</c:v>
                </c:pt>
                <c:pt idx="63">
                  <c:v>1440</c:v>
                </c:pt>
                <c:pt idx="64">
                  <c:v>2220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43056</c:v>
                </c:pt>
                <c:pt idx="1">
                  <c:v>43063</c:v>
                </c:pt>
                <c:pt idx="2">
                  <c:v>43070</c:v>
                </c:pt>
                <c:pt idx="3">
                  <c:v>43077</c:v>
                </c:pt>
                <c:pt idx="4">
                  <c:v>43084</c:v>
                </c:pt>
                <c:pt idx="5">
                  <c:v>43091</c:v>
                </c:pt>
                <c:pt idx="6">
                  <c:v>43098</c:v>
                </c:pt>
                <c:pt idx="7">
                  <c:v>43105</c:v>
                </c:pt>
                <c:pt idx="8">
                  <c:v>43112</c:v>
                </c:pt>
                <c:pt idx="9">
                  <c:v>43119</c:v>
                </c:pt>
                <c:pt idx="10">
                  <c:v>43126</c:v>
                </c:pt>
                <c:pt idx="11">
                  <c:v>43133</c:v>
                </c:pt>
                <c:pt idx="12">
                  <c:v>43140</c:v>
                </c:pt>
                <c:pt idx="13">
                  <c:v>43147</c:v>
                </c:pt>
                <c:pt idx="14">
                  <c:v>43154</c:v>
                </c:pt>
                <c:pt idx="15">
                  <c:v>43161</c:v>
                </c:pt>
                <c:pt idx="16">
                  <c:v>43168</c:v>
                </c:pt>
                <c:pt idx="17">
                  <c:v>43175</c:v>
                </c:pt>
                <c:pt idx="18">
                  <c:v>43182</c:v>
                </c:pt>
                <c:pt idx="19">
                  <c:v>43189</c:v>
                </c:pt>
                <c:pt idx="20">
                  <c:v>43196</c:v>
                </c:pt>
                <c:pt idx="21">
                  <c:v>43203</c:v>
                </c:pt>
                <c:pt idx="22">
                  <c:v>43210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1100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913376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Disinfecting Wipes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23805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1,461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76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Disinfecting Wipes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1971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978K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4980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Minerals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2447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-23%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-30%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141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Disinfecting Wipes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357</cp:revision>
  <dcterms:created xsi:type="dcterms:W3CDTF">2018-12-12T20:08:26Z</dcterms:created>
  <dcterms:modified xsi:type="dcterms:W3CDTF">2019-03-11T19:50:03Z</dcterms:modified>
</cp:coreProperties>
</file>