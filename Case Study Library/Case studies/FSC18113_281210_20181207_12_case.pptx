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899"/>
    <a:srgbClr val="FFFFFF"/>
    <a:srgbClr val="63666A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55" d="100"/>
          <a:sy n="55" d="100"/>
        </p:scale>
        <p:origin x="1044" y="90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43056</c:v>
                </c:pt>
                <c:pt idx="1">
                  <c:v>43063</c:v>
                </c:pt>
                <c:pt idx="2">
                  <c:v>43070</c:v>
                </c:pt>
                <c:pt idx="3">
                  <c:v>43077</c:v>
                </c:pt>
                <c:pt idx="4">
                  <c:v>43084</c:v>
                </c:pt>
                <c:pt idx="5">
                  <c:v>43091</c:v>
                </c:pt>
                <c:pt idx="6">
                  <c:v>43098</c:v>
                </c:pt>
                <c:pt idx="7">
                  <c:v>43105</c:v>
                </c:pt>
                <c:pt idx="8">
                  <c:v>43112</c:v>
                </c:pt>
                <c:pt idx="9">
                  <c:v>43119</c:v>
                </c:pt>
                <c:pt idx="10">
                  <c:v>43126</c:v>
                </c:pt>
                <c:pt idx="11">
                  <c:v>43133</c:v>
                </c:pt>
                <c:pt idx="12">
                  <c:v>43140</c:v>
                </c:pt>
                <c:pt idx="13">
                  <c:v>43147</c:v>
                </c:pt>
                <c:pt idx="14">
                  <c:v>43154</c:v>
                </c:pt>
                <c:pt idx="15">
                  <c:v>43161</c:v>
                </c:pt>
                <c:pt idx="16">
                  <c:v>43168</c:v>
                </c:pt>
                <c:pt idx="17">
                  <c:v>43175</c:v>
                </c:pt>
                <c:pt idx="18">
                  <c:v>43182</c:v>
                </c:pt>
                <c:pt idx="19">
                  <c:v>43189</c:v>
                </c:pt>
                <c:pt idx="20">
                  <c:v>43196</c:v>
                </c:pt>
                <c:pt idx="21">
                  <c:v>43203</c:v>
                </c:pt>
                <c:pt idx="22">
                  <c:v>43210</c:v>
                </c:pt>
                <c:pt idx="23">
                  <c:v>43217</c:v>
                </c:pt>
                <c:pt idx="24">
                  <c:v>43224</c:v>
                </c:pt>
                <c:pt idx="25">
                  <c:v>43231</c:v>
                </c:pt>
                <c:pt idx="26">
                  <c:v>43238</c:v>
                </c:pt>
                <c:pt idx="27">
                  <c:v>43245</c:v>
                </c:pt>
                <c:pt idx="28">
                  <c:v>43252</c:v>
                </c:pt>
                <c:pt idx="29">
                  <c:v>43259</c:v>
                </c:pt>
                <c:pt idx="30">
                  <c:v>43266</c:v>
                </c:pt>
                <c:pt idx="31">
                  <c:v>43273</c:v>
                </c:pt>
                <c:pt idx="32">
                  <c:v>43280</c:v>
                </c:pt>
                <c:pt idx="33">
                  <c:v>43287</c:v>
                </c:pt>
                <c:pt idx="34">
                  <c:v>43294</c:v>
                </c:pt>
                <c:pt idx="35">
                  <c:v>43301</c:v>
                </c:pt>
                <c:pt idx="36">
                  <c:v>43308</c:v>
                </c:pt>
                <c:pt idx="37">
                  <c:v>43315</c:v>
                </c:pt>
                <c:pt idx="38">
                  <c:v>43322</c:v>
                </c:pt>
                <c:pt idx="39">
                  <c:v>43329</c:v>
                </c:pt>
                <c:pt idx="40">
                  <c:v>43336</c:v>
                </c:pt>
                <c:pt idx="41">
                  <c:v>43343</c:v>
                </c:pt>
                <c:pt idx="42">
                  <c:v>43350</c:v>
                </c:pt>
                <c:pt idx="43">
                  <c:v>43357</c:v>
                </c:pt>
                <c:pt idx="44">
                  <c:v>43364</c:v>
                </c:pt>
                <c:pt idx="45">
                  <c:v>43371</c:v>
                </c:pt>
                <c:pt idx="46">
                  <c:v>43378</c:v>
                </c:pt>
                <c:pt idx="47">
                  <c:v>43385</c:v>
                </c:pt>
                <c:pt idx="48">
                  <c:v>43392</c:v>
                </c:pt>
                <c:pt idx="49">
                  <c:v>43399</c:v>
                </c:pt>
                <c:pt idx="50">
                  <c:v>43406</c:v>
                </c:pt>
                <c:pt idx="51">
                  <c:v>43413</c:v>
                </c:pt>
                <c:pt idx="52">
                  <c:v>43420</c:v>
                </c:pt>
                <c:pt idx="53">
                  <c:v>43427</c:v>
                </c:pt>
                <c:pt idx="54">
                  <c:v>43434</c:v>
                </c:pt>
                <c:pt idx="55">
                  <c:v>43441</c:v>
                </c:pt>
                <c:pt idx="56">
                  <c:v>43448</c:v>
                </c:pt>
                <c:pt idx="57">
                  <c:v>43455</c:v>
                </c:pt>
                <c:pt idx="58">
                  <c:v>43462</c:v>
                </c:pt>
                <c:pt idx="59">
                  <c:v>43469</c:v>
                </c:pt>
                <c:pt idx="60">
                  <c:v>43476</c:v>
                </c:pt>
                <c:pt idx="61">
                  <c:v>43483</c:v>
                </c:pt>
                <c:pt idx="62">
                  <c:v>43490</c:v>
                </c:pt>
                <c:pt idx="63">
                  <c:v>43497</c:v>
                </c:pt>
                <c:pt idx="64">
                  <c:v>43504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130</c:v>
                </c:pt>
                <c:pt idx="1">
                  <c:v>110</c:v>
                </c:pt>
                <c:pt idx="2">
                  <c:v>90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110</c:v>
                </c:pt>
                <c:pt idx="7">
                  <c:v>150</c:v>
                </c:pt>
                <c:pt idx="8">
                  <c:v>180</c:v>
                </c:pt>
                <c:pt idx="9">
                  <c:v>170</c:v>
                </c:pt>
                <c:pt idx="10">
                  <c:v>160</c:v>
                </c:pt>
                <c:pt idx="11">
                  <c:v>150</c:v>
                </c:pt>
                <c:pt idx="12">
                  <c:v>100</c:v>
                </c:pt>
                <c:pt idx="13">
                  <c:v>100</c:v>
                </c:pt>
                <c:pt idx="14">
                  <c:v>80</c:v>
                </c:pt>
                <c:pt idx="15">
                  <c:v>90</c:v>
                </c:pt>
                <c:pt idx="16">
                  <c:v>90</c:v>
                </c:pt>
                <c:pt idx="17">
                  <c:v>90</c:v>
                </c:pt>
                <c:pt idx="18">
                  <c:v>90</c:v>
                </c:pt>
                <c:pt idx="19">
                  <c:v>80</c:v>
                </c:pt>
                <c:pt idx="20">
                  <c:v>90</c:v>
                </c:pt>
                <c:pt idx="21">
                  <c:v>110</c:v>
                </c:pt>
                <c:pt idx="22">
                  <c:v>110</c:v>
                </c:pt>
                <c:pt idx="23">
                  <c:v>110</c:v>
                </c:pt>
                <c:pt idx="24">
                  <c:v>100</c:v>
                </c:pt>
                <c:pt idx="25">
                  <c:v>170</c:v>
                </c:pt>
                <c:pt idx="26">
                  <c:v>90</c:v>
                </c:pt>
                <c:pt idx="27">
                  <c:v>100</c:v>
                </c:pt>
                <c:pt idx="28">
                  <c:v>90</c:v>
                </c:pt>
                <c:pt idx="29">
                  <c:v>70</c:v>
                </c:pt>
                <c:pt idx="30">
                  <c:v>90</c:v>
                </c:pt>
                <c:pt idx="31">
                  <c:v>80</c:v>
                </c:pt>
                <c:pt idx="32">
                  <c:v>80</c:v>
                </c:pt>
                <c:pt idx="33">
                  <c:v>90</c:v>
                </c:pt>
                <c:pt idx="34">
                  <c:v>80</c:v>
                </c:pt>
                <c:pt idx="35">
                  <c:v>80</c:v>
                </c:pt>
                <c:pt idx="36">
                  <c:v>90</c:v>
                </c:pt>
                <c:pt idx="37">
                  <c:v>90</c:v>
                </c:pt>
                <c:pt idx="38">
                  <c:v>100</c:v>
                </c:pt>
                <c:pt idx="39">
                  <c:v>110</c:v>
                </c:pt>
                <c:pt idx="40">
                  <c:v>90</c:v>
                </c:pt>
                <c:pt idx="41">
                  <c:v>100</c:v>
                </c:pt>
                <c:pt idx="42">
                  <c:v>110</c:v>
                </c:pt>
                <c:pt idx="43">
                  <c:v>110</c:v>
                </c:pt>
                <c:pt idx="44">
                  <c:v>120</c:v>
                </c:pt>
                <c:pt idx="45">
                  <c:v>110</c:v>
                </c:pt>
                <c:pt idx="46">
                  <c:v>110</c:v>
                </c:pt>
                <c:pt idx="47">
                  <c:v>100</c:v>
                </c:pt>
                <c:pt idx="48">
                  <c:v>110</c:v>
                </c:pt>
                <c:pt idx="49">
                  <c:v>100</c:v>
                </c:pt>
                <c:pt idx="50">
                  <c:v>170</c:v>
                </c:pt>
                <c:pt idx="51">
                  <c:v>110</c:v>
                </c:pt>
                <c:pt idx="52">
                  <c:v>260</c:v>
                </c:pt>
                <c:pt idx="53">
                  <c:v>120</c:v>
                </c:pt>
                <c:pt idx="54">
                  <c:v>100</c:v>
                </c:pt>
                <c:pt idx="55">
                  <c:v>100</c:v>
                </c:pt>
                <c:pt idx="56">
                  <c:v>130</c:v>
                </c:pt>
                <c:pt idx="57">
                  <c:v>100</c:v>
                </c:pt>
                <c:pt idx="58">
                  <c:v>90</c:v>
                </c:pt>
                <c:pt idx="59">
                  <c:v>110</c:v>
                </c:pt>
                <c:pt idx="60">
                  <c:v>220</c:v>
                </c:pt>
                <c:pt idx="61">
                  <c:v>160</c:v>
                </c:pt>
                <c:pt idx="62">
                  <c:v>170</c:v>
                </c:pt>
                <c:pt idx="63">
                  <c:v>120</c:v>
                </c:pt>
                <c:pt idx="64">
                  <c:v>90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43056</c:v>
                </c:pt>
                <c:pt idx="1">
                  <c:v>43063</c:v>
                </c:pt>
                <c:pt idx="2">
                  <c:v>43070</c:v>
                </c:pt>
                <c:pt idx="3">
                  <c:v>43077</c:v>
                </c:pt>
                <c:pt idx="4">
                  <c:v>43084</c:v>
                </c:pt>
                <c:pt idx="5">
                  <c:v>43091</c:v>
                </c:pt>
                <c:pt idx="6">
                  <c:v>43098</c:v>
                </c:pt>
                <c:pt idx="7">
                  <c:v>43105</c:v>
                </c:pt>
                <c:pt idx="8">
                  <c:v>43112</c:v>
                </c:pt>
                <c:pt idx="9">
                  <c:v>43119</c:v>
                </c:pt>
                <c:pt idx="10">
                  <c:v>43126</c:v>
                </c:pt>
                <c:pt idx="11">
                  <c:v>43133</c:v>
                </c:pt>
                <c:pt idx="12">
                  <c:v>43140</c:v>
                </c:pt>
                <c:pt idx="13">
                  <c:v>43147</c:v>
                </c:pt>
                <c:pt idx="14">
                  <c:v>43154</c:v>
                </c:pt>
                <c:pt idx="15">
                  <c:v>43161</c:v>
                </c:pt>
                <c:pt idx="16">
                  <c:v>43168</c:v>
                </c:pt>
                <c:pt idx="17">
                  <c:v>43175</c:v>
                </c:pt>
                <c:pt idx="18">
                  <c:v>43182</c:v>
                </c:pt>
                <c:pt idx="19">
                  <c:v>43189</c:v>
                </c:pt>
                <c:pt idx="20">
                  <c:v>43196</c:v>
                </c:pt>
                <c:pt idx="21">
                  <c:v>43203</c:v>
                </c:pt>
                <c:pt idx="22">
                  <c:v>43210</c:v>
                </c:pt>
                <c:pt idx="23">
                  <c:v>43217</c:v>
                </c:pt>
                <c:pt idx="24">
                  <c:v>43224</c:v>
                </c:pt>
                <c:pt idx="25">
                  <c:v>43231</c:v>
                </c:pt>
                <c:pt idx="26">
                  <c:v>43238</c:v>
                </c:pt>
                <c:pt idx="27">
                  <c:v>43245</c:v>
                </c:pt>
                <c:pt idx="28">
                  <c:v>43252</c:v>
                </c:pt>
                <c:pt idx="29">
                  <c:v>43259</c:v>
                </c:pt>
                <c:pt idx="30">
                  <c:v>43266</c:v>
                </c:pt>
                <c:pt idx="31">
                  <c:v>43273</c:v>
                </c:pt>
                <c:pt idx="32">
                  <c:v>43280</c:v>
                </c:pt>
                <c:pt idx="33">
                  <c:v>43287</c:v>
                </c:pt>
                <c:pt idx="34">
                  <c:v>43294</c:v>
                </c:pt>
                <c:pt idx="35">
                  <c:v>43301</c:v>
                </c:pt>
                <c:pt idx="36">
                  <c:v>43308</c:v>
                </c:pt>
                <c:pt idx="37">
                  <c:v>43315</c:v>
                </c:pt>
                <c:pt idx="38">
                  <c:v>43322</c:v>
                </c:pt>
                <c:pt idx="39">
                  <c:v>43329</c:v>
                </c:pt>
                <c:pt idx="40">
                  <c:v>43336</c:v>
                </c:pt>
                <c:pt idx="41">
                  <c:v>43343</c:v>
                </c:pt>
                <c:pt idx="42">
                  <c:v>43350</c:v>
                </c:pt>
                <c:pt idx="43">
                  <c:v>43357</c:v>
                </c:pt>
                <c:pt idx="44">
                  <c:v>43364</c:v>
                </c:pt>
                <c:pt idx="45">
                  <c:v>43371</c:v>
                </c:pt>
                <c:pt idx="46">
                  <c:v>43378</c:v>
                </c:pt>
                <c:pt idx="47">
                  <c:v>43385</c:v>
                </c:pt>
                <c:pt idx="48">
                  <c:v>43392</c:v>
                </c:pt>
                <c:pt idx="49">
                  <c:v>43399</c:v>
                </c:pt>
                <c:pt idx="50">
                  <c:v>43406</c:v>
                </c:pt>
                <c:pt idx="51">
                  <c:v>43413</c:v>
                </c:pt>
                <c:pt idx="52">
                  <c:v>43420</c:v>
                </c:pt>
                <c:pt idx="53">
                  <c:v>43427</c:v>
                </c:pt>
                <c:pt idx="54">
                  <c:v>43434</c:v>
                </c:pt>
                <c:pt idx="55">
                  <c:v>43441</c:v>
                </c:pt>
                <c:pt idx="56">
                  <c:v>43448</c:v>
                </c:pt>
                <c:pt idx="57">
                  <c:v>43455</c:v>
                </c:pt>
                <c:pt idx="58">
                  <c:v>43462</c:v>
                </c:pt>
                <c:pt idx="59">
                  <c:v>43469</c:v>
                </c:pt>
                <c:pt idx="60">
                  <c:v>43476</c:v>
                </c:pt>
                <c:pt idx="61">
                  <c:v>43483</c:v>
                </c:pt>
                <c:pt idx="62">
                  <c:v>43490</c:v>
                </c:pt>
                <c:pt idx="63">
                  <c:v>43497</c:v>
                </c:pt>
                <c:pt idx="64">
                  <c:v>43504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150</c:v>
                </c:pt>
                <c:pt idx="1">
                  <c:v>130</c:v>
                </c:pt>
                <c:pt idx="2">
                  <c:v>100</c:v>
                </c:pt>
                <c:pt idx="3">
                  <c:v>110</c:v>
                </c:pt>
                <c:pt idx="4">
                  <c:v>120</c:v>
                </c:pt>
                <c:pt idx="5">
                  <c:v>110</c:v>
                </c:pt>
                <c:pt idx="6">
                  <c:v>120</c:v>
                </c:pt>
                <c:pt idx="7">
                  <c:v>150</c:v>
                </c:pt>
                <c:pt idx="8">
                  <c:v>190</c:v>
                </c:pt>
                <c:pt idx="9">
                  <c:v>190</c:v>
                </c:pt>
                <c:pt idx="10">
                  <c:v>190</c:v>
                </c:pt>
                <c:pt idx="11">
                  <c:v>170</c:v>
                </c:pt>
                <c:pt idx="12">
                  <c:v>110</c:v>
                </c:pt>
                <c:pt idx="13">
                  <c:v>110</c:v>
                </c:pt>
                <c:pt idx="14">
                  <c:v>110</c:v>
                </c:pt>
                <c:pt idx="15">
                  <c:v>110</c:v>
                </c:pt>
                <c:pt idx="16">
                  <c:v>100</c:v>
                </c:pt>
                <c:pt idx="17">
                  <c:v>110</c:v>
                </c:pt>
                <c:pt idx="18">
                  <c:v>110</c:v>
                </c:pt>
                <c:pt idx="19">
                  <c:v>110</c:v>
                </c:pt>
                <c:pt idx="20">
                  <c:v>120</c:v>
                </c:pt>
                <c:pt idx="21">
                  <c:v>120</c:v>
                </c:pt>
                <c:pt idx="22">
                  <c:v>130</c:v>
                </c:pt>
                <c:pt idx="23">
                  <c:v>130</c:v>
                </c:pt>
                <c:pt idx="24">
                  <c:v>120</c:v>
                </c:pt>
                <c:pt idx="25">
                  <c:v>160</c:v>
                </c:pt>
                <c:pt idx="26">
                  <c:v>120</c:v>
                </c:pt>
                <c:pt idx="27">
                  <c:v>110</c:v>
                </c:pt>
                <c:pt idx="28">
                  <c:v>110</c:v>
                </c:pt>
                <c:pt idx="29">
                  <c:v>110</c:v>
                </c:pt>
                <c:pt idx="30">
                  <c:v>110</c:v>
                </c:pt>
                <c:pt idx="31">
                  <c:v>110</c:v>
                </c:pt>
                <c:pt idx="32">
                  <c:v>120</c:v>
                </c:pt>
                <c:pt idx="33">
                  <c:v>120</c:v>
                </c:pt>
                <c:pt idx="34">
                  <c:v>120</c:v>
                </c:pt>
                <c:pt idx="35">
                  <c:v>120</c:v>
                </c:pt>
                <c:pt idx="36">
                  <c:v>120</c:v>
                </c:pt>
                <c:pt idx="37">
                  <c:v>120</c:v>
                </c:pt>
                <c:pt idx="38">
                  <c:v>120</c:v>
                </c:pt>
                <c:pt idx="39">
                  <c:v>120</c:v>
                </c:pt>
                <c:pt idx="40">
                  <c:v>110</c:v>
                </c:pt>
                <c:pt idx="41">
                  <c:v>120</c:v>
                </c:pt>
                <c:pt idx="42">
                  <c:v>120</c:v>
                </c:pt>
                <c:pt idx="43">
                  <c:v>120</c:v>
                </c:pt>
                <c:pt idx="44">
                  <c:v>120</c:v>
                </c:pt>
                <c:pt idx="45">
                  <c:v>120</c:v>
                </c:pt>
                <c:pt idx="46">
                  <c:v>120</c:v>
                </c:pt>
                <c:pt idx="47">
                  <c:v>120</c:v>
                </c:pt>
                <c:pt idx="48">
                  <c:v>120</c:v>
                </c:pt>
                <c:pt idx="49">
                  <c:v>100</c:v>
                </c:pt>
                <c:pt idx="50">
                  <c:v>150</c:v>
                </c:pt>
                <c:pt idx="51">
                  <c:v>130</c:v>
                </c:pt>
                <c:pt idx="52">
                  <c:v>110</c:v>
                </c:pt>
                <c:pt idx="53">
                  <c:v>120</c:v>
                </c:pt>
                <c:pt idx="54">
                  <c:v>90</c:v>
                </c:pt>
                <c:pt idx="55">
                  <c:v>100</c:v>
                </c:pt>
                <c:pt idx="56">
                  <c:v>120</c:v>
                </c:pt>
                <c:pt idx="57">
                  <c:v>100</c:v>
                </c:pt>
                <c:pt idx="58">
                  <c:v>110</c:v>
                </c:pt>
                <c:pt idx="59">
                  <c:v>140</c:v>
                </c:pt>
                <c:pt idx="60">
                  <c:v>220</c:v>
                </c:pt>
                <c:pt idx="61">
                  <c:v>190</c:v>
                </c:pt>
                <c:pt idx="62">
                  <c:v>180</c:v>
                </c:pt>
                <c:pt idx="63">
                  <c:v>140</c:v>
                </c:pt>
                <c:pt idx="64">
                  <c:v>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43056</c:v>
                </c:pt>
                <c:pt idx="1">
                  <c:v>43063</c:v>
                </c:pt>
                <c:pt idx="2">
                  <c:v>43070</c:v>
                </c:pt>
                <c:pt idx="3">
                  <c:v>43077</c:v>
                </c:pt>
                <c:pt idx="4">
                  <c:v>43084</c:v>
                </c:pt>
                <c:pt idx="5">
                  <c:v>43091</c:v>
                </c:pt>
                <c:pt idx="6">
                  <c:v>43098</c:v>
                </c:pt>
                <c:pt idx="7">
                  <c:v>43105</c:v>
                </c:pt>
                <c:pt idx="8">
                  <c:v>43112</c:v>
                </c:pt>
                <c:pt idx="9">
                  <c:v>43119</c:v>
                </c:pt>
                <c:pt idx="10">
                  <c:v>43126</c:v>
                </c:pt>
                <c:pt idx="11">
                  <c:v>43133</c:v>
                </c:pt>
                <c:pt idx="12">
                  <c:v>43140</c:v>
                </c:pt>
                <c:pt idx="13">
                  <c:v>43147</c:v>
                </c:pt>
                <c:pt idx="14">
                  <c:v>43154</c:v>
                </c:pt>
                <c:pt idx="15">
                  <c:v>43161</c:v>
                </c:pt>
                <c:pt idx="16">
                  <c:v>43168</c:v>
                </c:pt>
                <c:pt idx="17">
                  <c:v>43175</c:v>
                </c:pt>
                <c:pt idx="18">
                  <c:v>43182</c:v>
                </c:pt>
                <c:pt idx="19">
                  <c:v>43189</c:v>
                </c:pt>
                <c:pt idx="20">
                  <c:v>43196</c:v>
                </c:pt>
                <c:pt idx="21">
                  <c:v>43203</c:v>
                </c:pt>
                <c:pt idx="22">
                  <c:v>43210</c:v>
                </c:pt>
                <c:pt idx="23">
                  <c:v>43217</c:v>
                </c:pt>
                <c:pt idx="24">
                  <c:v>43224</c:v>
                </c:pt>
                <c:pt idx="25">
                  <c:v>43231</c:v>
                </c:pt>
                <c:pt idx="26">
                  <c:v>43238</c:v>
                </c:pt>
                <c:pt idx="27">
                  <c:v>43245</c:v>
                </c:pt>
                <c:pt idx="28">
                  <c:v>43252</c:v>
                </c:pt>
                <c:pt idx="29">
                  <c:v>43259</c:v>
                </c:pt>
                <c:pt idx="30">
                  <c:v>43266</c:v>
                </c:pt>
                <c:pt idx="31">
                  <c:v>43273</c:v>
                </c:pt>
                <c:pt idx="32">
                  <c:v>43280</c:v>
                </c:pt>
                <c:pt idx="33">
                  <c:v>43287</c:v>
                </c:pt>
                <c:pt idx="34">
                  <c:v>43294</c:v>
                </c:pt>
                <c:pt idx="35">
                  <c:v>43301</c:v>
                </c:pt>
                <c:pt idx="36">
                  <c:v>43308</c:v>
                </c:pt>
                <c:pt idx="37">
                  <c:v>43315</c:v>
                </c:pt>
                <c:pt idx="38">
                  <c:v>43322</c:v>
                </c:pt>
                <c:pt idx="39">
                  <c:v>43329</c:v>
                </c:pt>
                <c:pt idx="40">
                  <c:v>43336</c:v>
                </c:pt>
                <c:pt idx="41">
                  <c:v>43343</c:v>
                </c:pt>
                <c:pt idx="42">
                  <c:v>43350</c:v>
                </c:pt>
                <c:pt idx="43">
                  <c:v>43357</c:v>
                </c:pt>
                <c:pt idx="44">
                  <c:v>43364</c:v>
                </c:pt>
                <c:pt idx="45">
                  <c:v>43371</c:v>
                </c:pt>
                <c:pt idx="46">
                  <c:v>43378</c:v>
                </c:pt>
                <c:pt idx="47">
                  <c:v>43385</c:v>
                </c:pt>
                <c:pt idx="48">
                  <c:v>43392</c:v>
                </c:pt>
                <c:pt idx="49">
                  <c:v>43399</c:v>
                </c:pt>
                <c:pt idx="50">
                  <c:v>43406</c:v>
                </c:pt>
                <c:pt idx="51">
                  <c:v>43413</c:v>
                </c:pt>
                <c:pt idx="52">
                  <c:v>43420</c:v>
                </c:pt>
                <c:pt idx="53">
                  <c:v>43427</c:v>
                </c:pt>
                <c:pt idx="54">
                  <c:v>43434</c:v>
                </c:pt>
                <c:pt idx="55">
                  <c:v>43441</c:v>
                </c:pt>
                <c:pt idx="56">
                  <c:v>43448</c:v>
                </c:pt>
                <c:pt idx="57">
                  <c:v>43455</c:v>
                </c:pt>
                <c:pt idx="58">
                  <c:v>43462</c:v>
                </c:pt>
                <c:pt idx="59">
                  <c:v>43469</c:v>
                </c:pt>
                <c:pt idx="60">
                  <c:v>43476</c:v>
                </c:pt>
                <c:pt idx="61">
                  <c:v>43483</c:v>
                </c:pt>
                <c:pt idx="62">
                  <c:v>43490</c:v>
                </c:pt>
                <c:pt idx="63">
                  <c:v>43497</c:v>
                </c:pt>
                <c:pt idx="64">
                  <c:v>43504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260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3/14/2019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3/14/2019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0811458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Omega Oils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>
                <a:solidFill>
                  <a:schemeClr val="accent1"/>
                </a:solidFill>
                <a:latin typeface="Pluto Sans Regular" panose="02000000000000000000" pitchFamily="50" charset="0"/>
              </a:rPr>
              <a:t>#1 sales week</a:t>
            </a:r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038021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342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74%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11%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14%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86%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58625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41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Secondary Item (Merch)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584166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OTC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Omega Oils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1328934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475K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6K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1.4%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5.3%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10.8%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24609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TIS Program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2521090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114%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-9%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1281</TotalTime>
  <Words>139</Words>
  <Application>Microsoft Office PowerPoint</Application>
  <PresentationFormat>Custom</PresentationFormat>
  <Paragraphs>42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PT Sans Caption</vt:lpstr>
      <vt:lpstr>Office Theme</vt:lpstr>
      <vt:lpstr>Omega Oils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Laine Klopfenstein</cp:lastModifiedBy>
  <cp:revision>357</cp:revision>
  <dcterms:created xsi:type="dcterms:W3CDTF">2018-12-12T20:08:26Z</dcterms:created>
  <dcterms:modified xsi:type="dcterms:W3CDTF">2019-03-14T15:39:25Z</dcterms:modified>
</cp:coreProperties>
</file>