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20</c:v>
                </c:pt>
                <c:pt idx="1">
                  <c:v>30</c:v>
                </c:pt>
                <c:pt idx="2">
                  <c:v>20</c:v>
                </c:pt>
                <c:pt idx="3">
                  <c:v>30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30</c:v>
                </c:pt>
                <c:pt idx="28">
                  <c:v>30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10</c:v>
                </c:pt>
                <c:pt idx="37">
                  <c:v>10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  <c:pt idx="49">
                  <c:v>20</c:v>
                </c:pt>
                <c:pt idx="50">
                  <c:v>30</c:v>
                </c:pt>
                <c:pt idx="51">
                  <c:v>30</c:v>
                </c:pt>
                <c:pt idx="52">
                  <c:v>30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20</c:v>
                </c:pt>
                <c:pt idx="63">
                  <c:v>20</c:v>
                </c:pt>
                <c:pt idx="6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51988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King Size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1105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706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3061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King Size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05756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6519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CHOC CT GOODS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59730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King Size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2019-07-16T14:56:21Z</dcterms:modified>
</cp:coreProperties>
</file>