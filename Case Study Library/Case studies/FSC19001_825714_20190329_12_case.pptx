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43168</c:v>
                </c:pt>
                <c:pt idx="1">
                  <c:v>43175</c:v>
                </c:pt>
                <c:pt idx="2">
                  <c:v>43182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43238</c:v>
                </c:pt>
                <c:pt idx="11">
                  <c:v>#N/A</c:v>
                </c:pt>
                <c:pt idx="12">
                  <c:v>#N/A</c:v>
                </c:pt>
                <c:pt idx="13">
                  <c:v>43259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43595</c:v>
                </c:pt>
                <c:pt idx="62">
                  <c:v>43602</c:v>
                </c:pt>
                <c:pt idx="63">
                  <c:v>43609</c:v>
                </c:pt>
                <c:pt idx="64">
                  <c:v>43616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900</c:v>
                </c:pt>
                <c:pt idx="1">
                  <c:v>150</c:v>
                </c:pt>
                <c:pt idx="2">
                  <c:v>0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0</c:v>
                </c:pt>
                <c:pt idx="11">
                  <c:v>#N/A</c:v>
                </c:pt>
                <c:pt idx="12">
                  <c:v>#N/A</c:v>
                </c:pt>
                <c:pt idx="13">
                  <c:v>0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0</c:v>
                </c:pt>
                <c:pt idx="42">
                  <c:v>20</c:v>
                </c:pt>
                <c:pt idx="43">
                  <c:v>30</c:v>
                </c:pt>
                <c:pt idx="44">
                  <c:v>40</c:v>
                </c:pt>
                <c:pt idx="45">
                  <c:v>90</c:v>
                </c:pt>
                <c:pt idx="46">
                  <c:v>140</c:v>
                </c:pt>
                <c:pt idx="47">
                  <c:v>270</c:v>
                </c:pt>
                <c:pt idx="48">
                  <c:v>500</c:v>
                </c:pt>
                <c:pt idx="49">
                  <c:v>510</c:v>
                </c:pt>
                <c:pt idx="50">
                  <c:v>600</c:v>
                </c:pt>
                <c:pt idx="51">
                  <c:v>490</c:v>
                </c:pt>
                <c:pt idx="52">
                  <c:v>610</c:v>
                </c:pt>
                <c:pt idx="53">
                  <c:v>670</c:v>
                </c:pt>
                <c:pt idx="54">
                  <c:v>1110</c:v>
                </c:pt>
                <c:pt idx="55">
                  <c:v>650</c:v>
                </c:pt>
                <c:pt idx="56">
                  <c:v>20</c:v>
                </c:pt>
                <c:pt idx="57">
                  <c:v>0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43168</c:v>
                </c:pt>
                <c:pt idx="1">
                  <c:v>43175</c:v>
                </c:pt>
                <c:pt idx="2">
                  <c:v>43182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43238</c:v>
                </c:pt>
                <c:pt idx="11">
                  <c:v>#N/A</c:v>
                </c:pt>
                <c:pt idx="12">
                  <c:v>#N/A</c:v>
                </c:pt>
                <c:pt idx="13">
                  <c:v>43259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43595</c:v>
                </c:pt>
                <c:pt idx="62">
                  <c:v>43602</c:v>
                </c:pt>
                <c:pt idx="63">
                  <c:v>43609</c:v>
                </c:pt>
                <c:pt idx="64">
                  <c:v>43616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63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43168</c:v>
                </c:pt>
                <c:pt idx="1">
                  <c:v>43175</c:v>
                </c:pt>
                <c:pt idx="2">
                  <c:v>43182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43238</c:v>
                </c:pt>
                <c:pt idx="11">
                  <c:v>#N/A</c:v>
                </c:pt>
                <c:pt idx="12">
                  <c:v>#N/A</c:v>
                </c:pt>
                <c:pt idx="13">
                  <c:v>43259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43595</c:v>
                </c:pt>
                <c:pt idx="62">
                  <c:v>43602</c:v>
                </c:pt>
                <c:pt idx="63">
                  <c:v>43609</c:v>
                </c:pt>
                <c:pt idx="64">
                  <c:v>43616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21091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Easter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6859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19,455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8029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Easter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55595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96814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127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Easter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2019-07-05T14:09:09Z</dcterms:modified>
</cp:coreProperties>
</file>