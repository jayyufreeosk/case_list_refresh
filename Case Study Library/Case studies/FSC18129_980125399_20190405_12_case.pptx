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10</c:v>
                </c:pt>
                <c:pt idx="26">
                  <c:v>40</c:v>
                </c:pt>
                <c:pt idx="27">
                  <c:v>70</c:v>
                </c:pt>
                <c:pt idx="28">
                  <c:v>60</c:v>
                </c:pt>
                <c:pt idx="29">
                  <c:v>40</c:v>
                </c:pt>
                <c:pt idx="30">
                  <c:v>60</c:v>
                </c:pt>
                <c:pt idx="31">
                  <c:v>70</c:v>
                </c:pt>
                <c:pt idx="32">
                  <c:v>60</c:v>
                </c:pt>
                <c:pt idx="33">
                  <c:v>50</c:v>
                </c:pt>
                <c:pt idx="34">
                  <c:v>100</c:v>
                </c:pt>
                <c:pt idx="35">
                  <c:v>60</c:v>
                </c:pt>
                <c:pt idx="36">
                  <c:v>80</c:v>
                </c:pt>
                <c:pt idx="37">
                  <c:v>90</c:v>
                </c:pt>
                <c:pt idx="38">
                  <c:v>60</c:v>
                </c:pt>
                <c:pt idx="39">
                  <c:v>70</c:v>
                </c:pt>
                <c:pt idx="40">
                  <c:v>70</c:v>
                </c:pt>
                <c:pt idx="41">
                  <c:v>70</c:v>
                </c:pt>
                <c:pt idx="42">
                  <c:v>60</c:v>
                </c:pt>
                <c:pt idx="43">
                  <c:v>60</c:v>
                </c:pt>
                <c:pt idx="44">
                  <c:v>60</c:v>
                </c:pt>
                <c:pt idx="45">
                  <c:v>70</c:v>
                </c:pt>
                <c:pt idx="46">
                  <c:v>80</c:v>
                </c:pt>
                <c:pt idx="47">
                  <c:v>70</c:v>
                </c:pt>
                <c:pt idx="48">
                  <c:v>70</c:v>
                </c:pt>
                <c:pt idx="49">
                  <c:v>60</c:v>
                </c:pt>
                <c:pt idx="50">
                  <c:v>70</c:v>
                </c:pt>
                <c:pt idx="51">
                  <c:v>80</c:v>
                </c:pt>
                <c:pt idx="52">
                  <c:v>150</c:v>
                </c:pt>
                <c:pt idx="53">
                  <c:v>70</c:v>
                </c:pt>
                <c:pt idx="54">
                  <c:v>60</c:v>
                </c:pt>
                <c:pt idx="55">
                  <c:v>70</c:v>
                </c:pt>
                <c:pt idx="56">
                  <c:v>70</c:v>
                </c:pt>
                <c:pt idx="57">
                  <c:v>80</c:v>
                </c:pt>
                <c:pt idx="58">
                  <c:v>90</c:v>
                </c:pt>
                <c:pt idx="59">
                  <c:v>90</c:v>
                </c:pt>
                <c:pt idx="60">
                  <c:v>80</c:v>
                </c:pt>
                <c:pt idx="61">
                  <c:v>70</c:v>
                </c:pt>
                <c:pt idx="62">
                  <c:v>90</c:v>
                </c:pt>
                <c:pt idx="63">
                  <c:v>70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ACF3-4B8A-80A1-6FCF35827722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3174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0210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75773" y="4474394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56038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1,956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559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7868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Hair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2019-08-14T18:50:04Z</dcterms:modified>
</cp:coreProperties>
</file>