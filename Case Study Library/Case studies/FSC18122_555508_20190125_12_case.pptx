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43105</c:v>
                </c:pt>
                <c:pt idx="1">
                  <c:v>43112</c:v>
                </c:pt>
                <c:pt idx="2">
                  <c:v>43119</c:v>
                </c:pt>
                <c:pt idx="3">
                  <c:v>43126</c:v>
                </c:pt>
                <c:pt idx="4">
                  <c:v>43133</c:v>
                </c:pt>
                <c:pt idx="5">
                  <c:v>43140</c:v>
                </c:pt>
                <c:pt idx="6">
                  <c:v>43147</c:v>
                </c:pt>
                <c:pt idx="7">
                  <c:v>43154</c:v>
                </c:pt>
                <c:pt idx="8">
                  <c:v>43161</c:v>
                </c:pt>
                <c:pt idx="9">
                  <c:v>43168</c:v>
                </c:pt>
                <c:pt idx="10">
                  <c:v>43175</c:v>
                </c:pt>
                <c:pt idx="11">
                  <c:v>43182</c:v>
                </c:pt>
                <c:pt idx="12">
                  <c:v>43189</c:v>
                </c:pt>
                <c:pt idx="13">
                  <c:v>43196</c:v>
                </c:pt>
                <c:pt idx="14">
                  <c:v>43203</c:v>
                </c:pt>
                <c:pt idx="15">
                  <c:v>43210</c:v>
                </c:pt>
                <c:pt idx="16">
                  <c:v>43217</c:v>
                </c:pt>
                <c:pt idx="17">
                  <c:v>43224</c:v>
                </c:pt>
                <c:pt idx="18">
                  <c:v>43231</c:v>
                </c:pt>
                <c:pt idx="19">
                  <c:v>43238</c:v>
                </c:pt>
                <c:pt idx="20">
                  <c:v>43245</c:v>
                </c:pt>
                <c:pt idx="21">
                  <c:v>43252</c:v>
                </c:pt>
                <c:pt idx="22">
                  <c:v>43259</c:v>
                </c:pt>
                <c:pt idx="23">
                  <c:v>43266</c:v>
                </c:pt>
                <c:pt idx="24">
                  <c:v>43273</c:v>
                </c:pt>
                <c:pt idx="25">
                  <c:v>43280</c:v>
                </c:pt>
                <c:pt idx="26">
                  <c:v>43287</c:v>
                </c:pt>
                <c:pt idx="27">
                  <c:v>43294</c:v>
                </c:pt>
                <c:pt idx="28">
                  <c:v>43301</c:v>
                </c:pt>
                <c:pt idx="29">
                  <c:v>43308</c:v>
                </c:pt>
                <c:pt idx="30">
                  <c:v>43315</c:v>
                </c:pt>
                <c:pt idx="31">
                  <c:v>43322</c:v>
                </c:pt>
                <c:pt idx="32">
                  <c:v>43329</c:v>
                </c:pt>
                <c:pt idx="33">
                  <c:v>43336</c:v>
                </c:pt>
                <c:pt idx="34">
                  <c:v>43343</c:v>
                </c:pt>
                <c:pt idx="35">
                  <c:v>43350</c:v>
                </c:pt>
                <c:pt idx="36">
                  <c:v>43357</c:v>
                </c:pt>
                <c:pt idx="37">
                  <c:v>43364</c:v>
                </c:pt>
                <c:pt idx="38">
                  <c:v>43371</c:v>
                </c:pt>
                <c:pt idx="39">
                  <c:v>43378</c:v>
                </c:pt>
                <c:pt idx="40">
                  <c:v>43385</c:v>
                </c:pt>
                <c:pt idx="41">
                  <c:v>43392</c:v>
                </c:pt>
                <c:pt idx="42">
                  <c:v>43399</c:v>
                </c:pt>
                <c:pt idx="43">
                  <c:v>43406</c:v>
                </c:pt>
                <c:pt idx="44">
                  <c:v>43413</c:v>
                </c:pt>
                <c:pt idx="45">
                  <c:v>43420</c:v>
                </c:pt>
                <c:pt idx="46">
                  <c:v>43427</c:v>
                </c:pt>
                <c:pt idx="47">
                  <c:v>43434</c:v>
                </c:pt>
                <c:pt idx="48">
                  <c:v>43441</c:v>
                </c:pt>
                <c:pt idx="49">
                  <c:v>43448</c:v>
                </c:pt>
                <c:pt idx="50">
                  <c:v>43455</c:v>
                </c:pt>
                <c:pt idx="51">
                  <c:v>43462</c:v>
                </c:pt>
                <c:pt idx="52">
                  <c:v>43469</c:v>
                </c:pt>
                <c:pt idx="53">
                  <c:v>43476</c:v>
                </c:pt>
                <c:pt idx="54">
                  <c:v>43483</c:v>
                </c:pt>
                <c:pt idx="55">
                  <c:v>43490</c:v>
                </c:pt>
                <c:pt idx="56">
                  <c:v>43497</c:v>
                </c:pt>
                <c:pt idx="57">
                  <c:v>43504</c:v>
                </c:pt>
                <c:pt idx="58">
                  <c:v>43511</c:v>
                </c:pt>
                <c:pt idx="59">
                  <c:v>43518</c:v>
                </c:pt>
                <c:pt idx="60">
                  <c:v>43525</c:v>
                </c:pt>
                <c:pt idx="61">
                  <c:v>43532</c:v>
                </c:pt>
                <c:pt idx="62">
                  <c:v>43539</c:v>
                </c:pt>
                <c:pt idx="63">
                  <c:v>43546</c:v>
                </c:pt>
                <c:pt idx="64">
                  <c:v>43553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380</c:v>
                </c:pt>
                <c:pt idx="1">
                  <c:v>400</c:v>
                </c:pt>
                <c:pt idx="2">
                  <c:v>370</c:v>
                </c:pt>
                <c:pt idx="3">
                  <c:v>420</c:v>
                </c:pt>
                <c:pt idx="4">
                  <c:v>460</c:v>
                </c:pt>
                <c:pt idx="5">
                  <c:v>410</c:v>
                </c:pt>
                <c:pt idx="6">
                  <c:v>390</c:v>
                </c:pt>
                <c:pt idx="7">
                  <c:v>390</c:v>
                </c:pt>
                <c:pt idx="8">
                  <c:v>380</c:v>
                </c:pt>
                <c:pt idx="9">
                  <c:v>390</c:v>
                </c:pt>
                <c:pt idx="10">
                  <c:v>440</c:v>
                </c:pt>
                <c:pt idx="11">
                  <c:v>400</c:v>
                </c:pt>
                <c:pt idx="12">
                  <c:v>360</c:v>
                </c:pt>
                <c:pt idx="13">
                  <c:v>370</c:v>
                </c:pt>
                <c:pt idx="14">
                  <c:v>380</c:v>
                </c:pt>
                <c:pt idx="15">
                  <c:v>370</c:v>
                </c:pt>
                <c:pt idx="16">
                  <c:v>380</c:v>
                </c:pt>
                <c:pt idx="17">
                  <c:v>360</c:v>
                </c:pt>
                <c:pt idx="18">
                  <c:v>520</c:v>
                </c:pt>
                <c:pt idx="19">
                  <c:v>400</c:v>
                </c:pt>
                <c:pt idx="20">
                  <c:v>420</c:v>
                </c:pt>
                <c:pt idx="21">
                  <c:v>390</c:v>
                </c:pt>
                <c:pt idx="22">
                  <c:v>390</c:v>
                </c:pt>
                <c:pt idx="23">
                  <c:v>420</c:v>
                </c:pt>
                <c:pt idx="24">
                  <c:v>420</c:v>
                </c:pt>
                <c:pt idx="25">
                  <c:v>410</c:v>
                </c:pt>
                <c:pt idx="26">
                  <c:v>400</c:v>
                </c:pt>
                <c:pt idx="27">
                  <c:v>460</c:v>
                </c:pt>
                <c:pt idx="28">
                  <c:v>470</c:v>
                </c:pt>
                <c:pt idx="29">
                  <c:v>400</c:v>
                </c:pt>
                <c:pt idx="30">
                  <c:v>420</c:v>
                </c:pt>
                <c:pt idx="31">
                  <c:v>400</c:v>
                </c:pt>
                <c:pt idx="32">
                  <c:v>400</c:v>
                </c:pt>
                <c:pt idx="33">
                  <c:v>390</c:v>
                </c:pt>
                <c:pt idx="34">
                  <c:v>380</c:v>
                </c:pt>
                <c:pt idx="35">
                  <c:v>400</c:v>
                </c:pt>
                <c:pt idx="36">
                  <c:v>390</c:v>
                </c:pt>
                <c:pt idx="37">
                  <c:v>350</c:v>
                </c:pt>
                <c:pt idx="38">
                  <c:v>360</c:v>
                </c:pt>
                <c:pt idx="39">
                  <c:v>370</c:v>
                </c:pt>
                <c:pt idx="40">
                  <c:v>430</c:v>
                </c:pt>
                <c:pt idx="41">
                  <c:v>370</c:v>
                </c:pt>
                <c:pt idx="42">
                  <c:v>310</c:v>
                </c:pt>
                <c:pt idx="43">
                  <c:v>350</c:v>
                </c:pt>
                <c:pt idx="44">
                  <c:v>380</c:v>
                </c:pt>
                <c:pt idx="45">
                  <c:v>360</c:v>
                </c:pt>
                <c:pt idx="46">
                  <c:v>340</c:v>
                </c:pt>
                <c:pt idx="47">
                  <c:v>270</c:v>
                </c:pt>
                <c:pt idx="48">
                  <c:v>330</c:v>
                </c:pt>
                <c:pt idx="49">
                  <c:v>410</c:v>
                </c:pt>
                <c:pt idx="50">
                  <c:v>390</c:v>
                </c:pt>
                <c:pt idx="51">
                  <c:v>370</c:v>
                </c:pt>
                <c:pt idx="52">
                  <c:v>470</c:v>
                </c:pt>
                <c:pt idx="53">
                  <c:v>400</c:v>
                </c:pt>
                <c:pt idx="54">
                  <c:v>360</c:v>
                </c:pt>
                <c:pt idx="55">
                  <c:v>400</c:v>
                </c:pt>
                <c:pt idx="56">
                  <c:v>410</c:v>
                </c:pt>
                <c:pt idx="57">
                  <c:v>420</c:v>
                </c:pt>
                <c:pt idx="58">
                  <c:v>400</c:v>
                </c:pt>
                <c:pt idx="59">
                  <c:v>410</c:v>
                </c:pt>
                <c:pt idx="60">
                  <c:v>370</c:v>
                </c:pt>
                <c:pt idx="61">
                  <c:v>390</c:v>
                </c:pt>
                <c:pt idx="62">
                  <c:v>390</c:v>
                </c:pt>
                <c:pt idx="63">
                  <c:v>360</c:v>
                </c:pt>
                <c:pt idx="64">
                  <c:v>350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43105</c:v>
                </c:pt>
                <c:pt idx="1">
                  <c:v>43112</c:v>
                </c:pt>
                <c:pt idx="2">
                  <c:v>43119</c:v>
                </c:pt>
                <c:pt idx="3">
                  <c:v>43126</c:v>
                </c:pt>
                <c:pt idx="4">
                  <c:v>43133</c:v>
                </c:pt>
                <c:pt idx="5">
                  <c:v>43140</c:v>
                </c:pt>
                <c:pt idx="6">
                  <c:v>43147</c:v>
                </c:pt>
                <c:pt idx="7">
                  <c:v>43154</c:v>
                </c:pt>
                <c:pt idx="8">
                  <c:v>43161</c:v>
                </c:pt>
                <c:pt idx="9">
                  <c:v>43168</c:v>
                </c:pt>
                <c:pt idx="10">
                  <c:v>43175</c:v>
                </c:pt>
                <c:pt idx="11">
                  <c:v>43182</c:v>
                </c:pt>
                <c:pt idx="12">
                  <c:v>43189</c:v>
                </c:pt>
                <c:pt idx="13">
                  <c:v>43196</c:v>
                </c:pt>
                <c:pt idx="14">
                  <c:v>43203</c:v>
                </c:pt>
                <c:pt idx="15">
                  <c:v>43210</c:v>
                </c:pt>
                <c:pt idx="16">
                  <c:v>43217</c:v>
                </c:pt>
                <c:pt idx="17">
                  <c:v>43224</c:v>
                </c:pt>
                <c:pt idx="18">
                  <c:v>43231</c:v>
                </c:pt>
                <c:pt idx="19">
                  <c:v>43238</c:v>
                </c:pt>
                <c:pt idx="20">
                  <c:v>43245</c:v>
                </c:pt>
                <c:pt idx="21">
                  <c:v>43252</c:v>
                </c:pt>
                <c:pt idx="22">
                  <c:v>43259</c:v>
                </c:pt>
                <c:pt idx="23">
                  <c:v>43266</c:v>
                </c:pt>
                <c:pt idx="24">
                  <c:v>43273</c:v>
                </c:pt>
                <c:pt idx="25">
                  <c:v>43280</c:v>
                </c:pt>
                <c:pt idx="26">
                  <c:v>43287</c:v>
                </c:pt>
                <c:pt idx="27">
                  <c:v>43294</c:v>
                </c:pt>
                <c:pt idx="28">
                  <c:v>43301</c:v>
                </c:pt>
                <c:pt idx="29">
                  <c:v>43308</c:v>
                </c:pt>
                <c:pt idx="30">
                  <c:v>43315</c:v>
                </c:pt>
                <c:pt idx="31">
                  <c:v>43322</c:v>
                </c:pt>
                <c:pt idx="32">
                  <c:v>43329</c:v>
                </c:pt>
                <c:pt idx="33">
                  <c:v>43336</c:v>
                </c:pt>
                <c:pt idx="34">
                  <c:v>43343</c:v>
                </c:pt>
                <c:pt idx="35">
                  <c:v>43350</c:v>
                </c:pt>
                <c:pt idx="36">
                  <c:v>43357</c:v>
                </c:pt>
                <c:pt idx="37">
                  <c:v>43364</c:v>
                </c:pt>
                <c:pt idx="38">
                  <c:v>43371</c:v>
                </c:pt>
                <c:pt idx="39">
                  <c:v>43378</c:v>
                </c:pt>
                <c:pt idx="40">
                  <c:v>43385</c:v>
                </c:pt>
                <c:pt idx="41">
                  <c:v>43392</c:v>
                </c:pt>
                <c:pt idx="42">
                  <c:v>43399</c:v>
                </c:pt>
                <c:pt idx="43">
                  <c:v>43406</c:v>
                </c:pt>
                <c:pt idx="44">
                  <c:v>43413</c:v>
                </c:pt>
                <c:pt idx="45">
                  <c:v>43420</c:v>
                </c:pt>
                <c:pt idx="46">
                  <c:v>43427</c:v>
                </c:pt>
                <c:pt idx="47">
                  <c:v>43434</c:v>
                </c:pt>
                <c:pt idx="48">
                  <c:v>43441</c:v>
                </c:pt>
                <c:pt idx="49">
                  <c:v>43448</c:v>
                </c:pt>
                <c:pt idx="50">
                  <c:v>43455</c:v>
                </c:pt>
                <c:pt idx="51">
                  <c:v>43462</c:v>
                </c:pt>
                <c:pt idx="52">
                  <c:v>43469</c:v>
                </c:pt>
                <c:pt idx="53">
                  <c:v>43476</c:v>
                </c:pt>
                <c:pt idx="54">
                  <c:v>43483</c:v>
                </c:pt>
                <c:pt idx="55">
                  <c:v>43490</c:v>
                </c:pt>
                <c:pt idx="56">
                  <c:v>43497</c:v>
                </c:pt>
                <c:pt idx="57">
                  <c:v>43504</c:v>
                </c:pt>
                <c:pt idx="58">
                  <c:v>43511</c:v>
                </c:pt>
                <c:pt idx="59">
                  <c:v>43518</c:v>
                </c:pt>
                <c:pt idx="60">
                  <c:v>43525</c:v>
                </c:pt>
                <c:pt idx="61">
                  <c:v>43532</c:v>
                </c:pt>
                <c:pt idx="62">
                  <c:v>43539</c:v>
                </c:pt>
                <c:pt idx="63">
                  <c:v>43546</c:v>
                </c:pt>
                <c:pt idx="64">
                  <c:v>43553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43105</c:v>
                </c:pt>
                <c:pt idx="1">
                  <c:v>43112</c:v>
                </c:pt>
                <c:pt idx="2">
                  <c:v>43119</c:v>
                </c:pt>
                <c:pt idx="3">
                  <c:v>43126</c:v>
                </c:pt>
                <c:pt idx="4">
                  <c:v>43133</c:v>
                </c:pt>
                <c:pt idx="5">
                  <c:v>43140</c:v>
                </c:pt>
                <c:pt idx="6">
                  <c:v>43147</c:v>
                </c:pt>
                <c:pt idx="7">
                  <c:v>43154</c:v>
                </c:pt>
                <c:pt idx="8">
                  <c:v>43161</c:v>
                </c:pt>
                <c:pt idx="9">
                  <c:v>43168</c:v>
                </c:pt>
                <c:pt idx="10">
                  <c:v>43175</c:v>
                </c:pt>
                <c:pt idx="11">
                  <c:v>43182</c:v>
                </c:pt>
                <c:pt idx="12">
                  <c:v>43189</c:v>
                </c:pt>
                <c:pt idx="13">
                  <c:v>43196</c:v>
                </c:pt>
                <c:pt idx="14">
                  <c:v>43203</c:v>
                </c:pt>
                <c:pt idx="15">
                  <c:v>43210</c:v>
                </c:pt>
                <c:pt idx="16">
                  <c:v>43217</c:v>
                </c:pt>
                <c:pt idx="17">
                  <c:v>43224</c:v>
                </c:pt>
                <c:pt idx="18">
                  <c:v>43231</c:v>
                </c:pt>
                <c:pt idx="19">
                  <c:v>43238</c:v>
                </c:pt>
                <c:pt idx="20">
                  <c:v>43245</c:v>
                </c:pt>
                <c:pt idx="21">
                  <c:v>43252</c:v>
                </c:pt>
                <c:pt idx="22">
                  <c:v>43259</c:v>
                </c:pt>
                <c:pt idx="23">
                  <c:v>43266</c:v>
                </c:pt>
                <c:pt idx="24">
                  <c:v>43273</c:v>
                </c:pt>
                <c:pt idx="25">
                  <c:v>43280</c:v>
                </c:pt>
                <c:pt idx="26">
                  <c:v>43287</c:v>
                </c:pt>
                <c:pt idx="27">
                  <c:v>43294</c:v>
                </c:pt>
                <c:pt idx="28">
                  <c:v>43301</c:v>
                </c:pt>
                <c:pt idx="29">
                  <c:v>43308</c:v>
                </c:pt>
                <c:pt idx="30">
                  <c:v>43315</c:v>
                </c:pt>
                <c:pt idx="31">
                  <c:v>43322</c:v>
                </c:pt>
                <c:pt idx="32">
                  <c:v>43329</c:v>
                </c:pt>
                <c:pt idx="33">
                  <c:v>43336</c:v>
                </c:pt>
                <c:pt idx="34">
                  <c:v>43343</c:v>
                </c:pt>
                <c:pt idx="35">
                  <c:v>43350</c:v>
                </c:pt>
                <c:pt idx="36">
                  <c:v>43357</c:v>
                </c:pt>
                <c:pt idx="37">
                  <c:v>43364</c:v>
                </c:pt>
                <c:pt idx="38">
                  <c:v>43371</c:v>
                </c:pt>
                <c:pt idx="39">
                  <c:v>43378</c:v>
                </c:pt>
                <c:pt idx="40">
                  <c:v>43385</c:v>
                </c:pt>
                <c:pt idx="41">
                  <c:v>43392</c:v>
                </c:pt>
                <c:pt idx="42">
                  <c:v>43399</c:v>
                </c:pt>
                <c:pt idx="43">
                  <c:v>43406</c:v>
                </c:pt>
                <c:pt idx="44">
                  <c:v>43413</c:v>
                </c:pt>
                <c:pt idx="45">
                  <c:v>43420</c:v>
                </c:pt>
                <c:pt idx="46">
                  <c:v>43427</c:v>
                </c:pt>
                <c:pt idx="47">
                  <c:v>43434</c:v>
                </c:pt>
                <c:pt idx="48">
                  <c:v>43441</c:v>
                </c:pt>
                <c:pt idx="49">
                  <c:v>43448</c:v>
                </c:pt>
                <c:pt idx="50">
                  <c:v>43455</c:v>
                </c:pt>
                <c:pt idx="51">
                  <c:v>43462</c:v>
                </c:pt>
                <c:pt idx="52">
                  <c:v>43469</c:v>
                </c:pt>
                <c:pt idx="53">
                  <c:v>43476</c:v>
                </c:pt>
                <c:pt idx="54">
                  <c:v>43483</c:v>
                </c:pt>
                <c:pt idx="55">
                  <c:v>43490</c:v>
                </c:pt>
                <c:pt idx="56">
                  <c:v>43497</c:v>
                </c:pt>
                <c:pt idx="57">
                  <c:v>43504</c:v>
                </c:pt>
                <c:pt idx="58">
                  <c:v>43511</c:v>
                </c:pt>
                <c:pt idx="59">
                  <c:v>43518</c:v>
                </c:pt>
                <c:pt idx="60">
                  <c:v>43525</c:v>
                </c:pt>
                <c:pt idx="61">
                  <c:v>43532</c:v>
                </c:pt>
                <c:pt idx="62">
                  <c:v>43539</c:v>
                </c:pt>
                <c:pt idx="63">
                  <c:v>43546</c:v>
                </c:pt>
                <c:pt idx="64">
                  <c:v>43553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470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4/30/2019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4/30/2019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9973818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All Purpose Cleaners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847678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1,973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48%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24%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28%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72%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95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78437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Laundry And Home Care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All Purpose Cleaners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199628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1.1M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99K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16.1%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605675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25%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C5FF5CD-0524-4684-9394-06A7C194C194}"/>
              </a:ext>
            </a:extLst>
          </p:cNvPr>
          <p:cNvSpPr/>
          <p:nvPr/>
        </p:nvSpPr>
        <p:spPr>
          <a:xfrm>
            <a:off x="847933" y="11745252"/>
            <a:ext cx="22691309" cy="354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accent2"/>
                </a:solidFill>
                <a:latin typeface="Pluto Sans" panose="02000000000000000000"/>
              </a:rPr>
              <a:t>Currently SC17R scanners are not included in analysis. This can represent up to 17% of scans. These results will be restated once all scans types are included. Conversion and purchaser segmentation impacted.</a:t>
            </a:r>
          </a:p>
        </p:txBody>
      </p:sp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1315</TotalTime>
  <Words>173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All Purpose Cleaners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367</cp:revision>
  <dcterms:created xsi:type="dcterms:W3CDTF">2018-12-12T20:08:26Z</dcterms:created>
  <dcterms:modified xsi:type="dcterms:W3CDTF">2019-04-30T14:22:28Z</dcterms:modified>
</cp:coreProperties>
</file>