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230</c:v>
                </c:pt>
                <c:pt idx="1">
                  <c:v>190</c:v>
                </c:pt>
                <c:pt idx="2">
                  <c:v>100</c:v>
                </c:pt>
                <c:pt idx="3">
                  <c:v>190</c:v>
                </c:pt>
                <c:pt idx="4">
                  <c:v>330</c:v>
                </c:pt>
                <c:pt idx="5">
                  <c:v>310</c:v>
                </c:pt>
                <c:pt idx="6">
                  <c:v>380</c:v>
                </c:pt>
                <c:pt idx="7">
                  <c:v>260</c:v>
                </c:pt>
                <c:pt idx="8">
                  <c:v>220</c:v>
                </c:pt>
                <c:pt idx="9">
                  <c:v>230</c:v>
                </c:pt>
                <c:pt idx="10">
                  <c:v>160</c:v>
                </c:pt>
                <c:pt idx="11">
                  <c:v>200</c:v>
                </c:pt>
                <c:pt idx="12">
                  <c:v>280</c:v>
                </c:pt>
                <c:pt idx="13">
                  <c:v>230</c:v>
                </c:pt>
                <c:pt idx="14">
                  <c:v>230</c:v>
                </c:pt>
                <c:pt idx="15">
                  <c:v>230</c:v>
                </c:pt>
                <c:pt idx="16">
                  <c:v>210</c:v>
                </c:pt>
                <c:pt idx="17">
                  <c:v>240</c:v>
                </c:pt>
                <c:pt idx="18">
                  <c:v>260</c:v>
                </c:pt>
                <c:pt idx="19">
                  <c:v>260</c:v>
                </c:pt>
                <c:pt idx="20">
                  <c:v>230</c:v>
                </c:pt>
                <c:pt idx="21">
                  <c:v>240</c:v>
                </c:pt>
                <c:pt idx="22">
                  <c:v>190</c:v>
                </c:pt>
                <c:pt idx="23">
                  <c:v>190</c:v>
                </c:pt>
                <c:pt idx="24">
                  <c:v>150</c:v>
                </c:pt>
                <c:pt idx="25">
                  <c:v>190</c:v>
                </c:pt>
                <c:pt idx="26">
                  <c:v>240</c:v>
                </c:pt>
                <c:pt idx="27">
                  <c:v>240</c:v>
                </c:pt>
                <c:pt idx="28">
                  <c:v>290</c:v>
                </c:pt>
                <c:pt idx="29">
                  <c:v>270</c:v>
                </c:pt>
                <c:pt idx="30">
                  <c:v>320</c:v>
                </c:pt>
                <c:pt idx="31">
                  <c:v>290</c:v>
                </c:pt>
                <c:pt idx="32">
                  <c:v>230</c:v>
                </c:pt>
                <c:pt idx="33">
                  <c:v>230</c:v>
                </c:pt>
                <c:pt idx="34">
                  <c:v>300</c:v>
                </c:pt>
                <c:pt idx="35">
                  <c:v>300</c:v>
                </c:pt>
                <c:pt idx="36">
                  <c:v>280</c:v>
                </c:pt>
                <c:pt idx="37">
                  <c:v>240</c:v>
                </c:pt>
                <c:pt idx="38">
                  <c:v>290</c:v>
                </c:pt>
                <c:pt idx="39">
                  <c:v>350</c:v>
                </c:pt>
                <c:pt idx="40">
                  <c:v>330</c:v>
                </c:pt>
                <c:pt idx="41">
                  <c:v>320</c:v>
                </c:pt>
                <c:pt idx="42">
                  <c:v>330</c:v>
                </c:pt>
                <c:pt idx="43">
                  <c:v>340</c:v>
                </c:pt>
                <c:pt idx="44">
                  <c:v>340</c:v>
                </c:pt>
                <c:pt idx="45">
                  <c:v>360</c:v>
                </c:pt>
                <c:pt idx="46">
                  <c:v>540</c:v>
                </c:pt>
                <c:pt idx="47">
                  <c:v>240</c:v>
                </c:pt>
                <c:pt idx="48">
                  <c:v>240</c:v>
                </c:pt>
                <c:pt idx="49">
                  <c:v>150</c:v>
                </c:pt>
                <c:pt idx="50">
                  <c:v>170</c:v>
                </c:pt>
                <c:pt idx="51">
                  <c:v>230</c:v>
                </c:pt>
                <c:pt idx="52">
                  <c:v>470</c:v>
                </c:pt>
                <c:pt idx="53">
                  <c:v>230</c:v>
                </c:pt>
                <c:pt idx="54">
                  <c:v>90</c:v>
                </c:pt>
                <c:pt idx="55">
                  <c:v>130</c:v>
                </c:pt>
                <c:pt idx="56">
                  <c:v>240</c:v>
                </c:pt>
                <c:pt idx="57">
                  <c:v>280</c:v>
                </c:pt>
                <c:pt idx="58">
                  <c:v>290</c:v>
                </c:pt>
                <c:pt idx="59">
                  <c:v>330</c:v>
                </c:pt>
                <c:pt idx="60">
                  <c:v>220</c:v>
                </c:pt>
                <c:pt idx="61">
                  <c:v>220</c:v>
                </c:pt>
                <c:pt idx="62">
                  <c:v>160</c:v>
                </c:pt>
                <c:pt idx="63">
                  <c:v>230</c:v>
                </c:pt>
                <c:pt idx="64">
                  <c:v>320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290</c:v>
                </c:pt>
                <c:pt idx="1">
                  <c:v>270</c:v>
                </c:pt>
                <c:pt idx="2">
                  <c:v>140</c:v>
                </c:pt>
                <c:pt idx="3">
                  <c:v>270</c:v>
                </c:pt>
                <c:pt idx="4">
                  <c:v>460</c:v>
                </c:pt>
                <c:pt idx="5">
                  <c:v>390</c:v>
                </c:pt>
                <c:pt idx="6">
                  <c:v>420</c:v>
                </c:pt>
                <c:pt idx="7">
                  <c:v>350</c:v>
                </c:pt>
                <c:pt idx="8">
                  <c:v>260</c:v>
                </c:pt>
                <c:pt idx="9">
                  <c:v>290</c:v>
                </c:pt>
                <c:pt idx="10">
                  <c:v>270</c:v>
                </c:pt>
                <c:pt idx="11">
                  <c:v>350</c:v>
                </c:pt>
                <c:pt idx="12">
                  <c:v>390</c:v>
                </c:pt>
                <c:pt idx="13">
                  <c:v>350</c:v>
                </c:pt>
                <c:pt idx="14">
                  <c:v>350</c:v>
                </c:pt>
                <c:pt idx="15">
                  <c:v>340</c:v>
                </c:pt>
                <c:pt idx="16">
                  <c:v>300</c:v>
                </c:pt>
                <c:pt idx="17">
                  <c:v>360</c:v>
                </c:pt>
                <c:pt idx="18">
                  <c:v>350</c:v>
                </c:pt>
                <c:pt idx="19">
                  <c:v>340</c:v>
                </c:pt>
                <c:pt idx="20">
                  <c:v>350</c:v>
                </c:pt>
                <c:pt idx="21">
                  <c:v>360</c:v>
                </c:pt>
                <c:pt idx="22">
                  <c:v>280</c:v>
                </c:pt>
                <c:pt idx="23">
                  <c:v>280</c:v>
                </c:pt>
                <c:pt idx="24">
                  <c:v>220</c:v>
                </c:pt>
                <c:pt idx="25">
                  <c:v>300</c:v>
                </c:pt>
                <c:pt idx="26">
                  <c:v>340</c:v>
                </c:pt>
                <c:pt idx="27">
                  <c:v>360</c:v>
                </c:pt>
                <c:pt idx="28">
                  <c:v>450</c:v>
                </c:pt>
                <c:pt idx="29">
                  <c:v>380</c:v>
                </c:pt>
                <c:pt idx="30">
                  <c:v>440</c:v>
                </c:pt>
                <c:pt idx="31">
                  <c:v>390</c:v>
                </c:pt>
                <c:pt idx="32">
                  <c:v>310</c:v>
                </c:pt>
                <c:pt idx="33">
                  <c:v>330</c:v>
                </c:pt>
                <c:pt idx="34">
                  <c:v>390</c:v>
                </c:pt>
                <c:pt idx="35">
                  <c:v>440</c:v>
                </c:pt>
                <c:pt idx="36">
                  <c:v>390</c:v>
                </c:pt>
                <c:pt idx="37">
                  <c:v>340</c:v>
                </c:pt>
                <c:pt idx="38">
                  <c:v>410</c:v>
                </c:pt>
                <c:pt idx="39">
                  <c:v>490</c:v>
                </c:pt>
                <c:pt idx="40">
                  <c:v>440</c:v>
                </c:pt>
                <c:pt idx="41">
                  <c:v>450</c:v>
                </c:pt>
                <c:pt idx="42">
                  <c:v>490</c:v>
                </c:pt>
                <c:pt idx="43">
                  <c:v>500</c:v>
                </c:pt>
                <c:pt idx="44">
                  <c:v>500</c:v>
                </c:pt>
                <c:pt idx="45">
                  <c:v>510</c:v>
                </c:pt>
                <c:pt idx="46">
                  <c:v>810</c:v>
                </c:pt>
                <c:pt idx="47">
                  <c:v>360</c:v>
                </c:pt>
                <c:pt idx="48">
                  <c:v>340</c:v>
                </c:pt>
                <c:pt idx="49">
                  <c:v>230</c:v>
                </c:pt>
                <c:pt idx="50">
                  <c:v>270</c:v>
                </c:pt>
                <c:pt idx="51">
                  <c:v>380</c:v>
                </c:pt>
                <c:pt idx="52">
                  <c:v>370</c:v>
                </c:pt>
                <c:pt idx="53">
                  <c:v>360</c:v>
                </c:pt>
                <c:pt idx="54">
                  <c:v>160</c:v>
                </c:pt>
                <c:pt idx="55">
                  <c:v>180</c:v>
                </c:pt>
                <c:pt idx="56">
                  <c:v>370</c:v>
                </c:pt>
                <c:pt idx="57">
                  <c:v>380</c:v>
                </c:pt>
                <c:pt idx="58">
                  <c:v>370</c:v>
                </c:pt>
                <c:pt idx="59">
                  <c:v>420</c:v>
                </c:pt>
                <c:pt idx="60">
                  <c:v>340</c:v>
                </c:pt>
                <c:pt idx="61">
                  <c:v>330</c:v>
                </c:pt>
                <c:pt idx="62">
                  <c:v>290</c:v>
                </c:pt>
                <c:pt idx="63">
                  <c:v>340</c:v>
                </c:pt>
                <c:pt idx="64">
                  <c:v>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633792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Cookies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#2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44683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1,421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08812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Cookies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201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569K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91K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41584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137%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1281</TotalTime>
  <Words>134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Cookies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357</cp:revision>
  <dcterms:created xsi:type="dcterms:W3CDTF">2018-12-12T20:08:26Z</dcterms:created>
  <dcterms:modified xsi:type="dcterms:W3CDTF">2019-03-11T19:53:24Z</dcterms:modified>
</cp:coreProperties>
</file>