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190</c:v>
                </c:pt>
                <c:pt idx="1">
                  <c:v>210</c:v>
                </c:pt>
                <c:pt idx="2">
                  <c:v>220</c:v>
                </c:pt>
                <c:pt idx="3">
                  <c:v>240</c:v>
                </c:pt>
                <c:pt idx="4">
                  <c:v>230</c:v>
                </c:pt>
                <c:pt idx="5">
                  <c:v>220</c:v>
                </c:pt>
                <c:pt idx="6">
                  <c:v>210</c:v>
                </c:pt>
                <c:pt idx="7">
                  <c:v>200</c:v>
                </c:pt>
                <c:pt idx="8">
                  <c:v>220</c:v>
                </c:pt>
                <c:pt idx="9">
                  <c:v>210</c:v>
                </c:pt>
                <c:pt idx="10">
                  <c:v>230</c:v>
                </c:pt>
                <c:pt idx="11">
                  <c:v>170</c:v>
                </c:pt>
                <c:pt idx="12">
                  <c:v>210</c:v>
                </c:pt>
                <c:pt idx="13">
                  <c:v>230</c:v>
                </c:pt>
                <c:pt idx="14">
                  <c:v>220</c:v>
                </c:pt>
                <c:pt idx="15">
                  <c:v>240</c:v>
                </c:pt>
                <c:pt idx="16">
                  <c:v>230</c:v>
                </c:pt>
                <c:pt idx="17">
                  <c:v>210</c:v>
                </c:pt>
                <c:pt idx="18">
                  <c:v>210</c:v>
                </c:pt>
                <c:pt idx="19">
                  <c:v>220</c:v>
                </c:pt>
                <c:pt idx="20">
                  <c:v>330</c:v>
                </c:pt>
                <c:pt idx="21">
                  <c:v>450</c:v>
                </c:pt>
                <c:pt idx="22">
                  <c:v>370</c:v>
                </c:pt>
                <c:pt idx="23">
                  <c:v>340</c:v>
                </c:pt>
                <c:pt idx="24">
                  <c:v>290</c:v>
                </c:pt>
                <c:pt idx="25">
                  <c:v>200</c:v>
                </c:pt>
                <c:pt idx="26">
                  <c:v>250</c:v>
                </c:pt>
                <c:pt idx="27">
                  <c:v>240</c:v>
                </c:pt>
                <c:pt idx="28">
                  <c:v>260</c:v>
                </c:pt>
                <c:pt idx="29">
                  <c:v>240</c:v>
                </c:pt>
                <c:pt idx="30">
                  <c:v>220</c:v>
                </c:pt>
                <c:pt idx="31">
                  <c:v>210</c:v>
                </c:pt>
                <c:pt idx="32">
                  <c:v>220</c:v>
                </c:pt>
                <c:pt idx="33">
                  <c:v>210</c:v>
                </c:pt>
                <c:pt idx="34">
                  <c:v>220</c:v>
                </c:pt>
                <c:pt idx="35">
                  <c:v>240</c:v>
                </c:pt>
                <c:pt idx="36">
                  <c:v>290</c:v>
                </c:pt>
                <c:pt idx="37">
                  <c:v>400</c:v>
                </c:pt>
                <c:pt idx="38">
                  <c:v>360</c:v>
                </c:pt>
                <c:pt idx="39">
                  <c:v>330</c:v>
                </c:pt>
                <c:pt idx="40">
                  <c:v>290</c:v>
                </c:pt>
                <c:pt idx="41">
                  <c:v>210</c:v>
                </c:pt>
                <c:pt idx="42">
                  <c:v>210</c:v>
                </c:pt>
                <c:pt idx="43">
                  <c:v>220</c:v>
                </c:pt>
                <c:pt idx="44">
                  <c:v>220</c:v>
                </c:pt>
                <c:pt idx="45">
                  <c:v>220</c:v>
                </c:pt>
                <c:pt idx="46">
                  <c:v>220</c:v>
                </c:pt>
                <c:pt idx="47">
                  <c:v>220</c:v>
                </c:pt>
                <c:pt idx="48">
                  <c:v>220</c:v>
                </c:pt>
                <c:pt idx="49">
                  <c:v>220</c:v>
                </c:pt>
                <c:pt idx="50">
                  <c:v>220</c:v>
                </c:pt>
                <c:pt idx="51">
                  <c:v>250</c:v>
                </c:pt>
                <c:pt idx="52">
                  <c:v>320</c:v>
                </c:pt>
                <c:pt idx="53">
                  <c:v>270</c:v>
                </c:pt>
                <c:pt idx="54">
                  <c:v>290</c:v>
                </c:pt>
                <c:pt idx="55">
                  <c:v>420</c:v>
                </c:pt>
                <c:pt idx="56">
                  <c:v>380</c:v>
                </c:pt>
                <c:pt idx="57">
                  <c:v>350</c:v>
                </c:pt>
                <c:pt idx="58">
                  <c:v>320</c:v>
                </c:pt>
                <c:pt idx="59">
                  <c:v>240</c:v>
                </c:pt>
                <c:pt idx="60">
                  <c:v>230</c:v>
                </c:pt>
                <c:pt idx="61">
                  <c:v>220</c:v>
                </c:pt>
                <c:pt idx="62">
                  <c:v>230</c:v>
                </c:pt>
                <c:pt idx="63">
                  <c:v>180</c:v>
                </c:pt>
                <c:pt idx="64">
                  <c:v>220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240</c:v>
                </c:pt>
                <c:pt idx="1">
                  <c:v>260</c:v>
                </c:pt>
                <c:pt idx="2">
                  <c:v>260</c:v>
                </c:pt>
                <c:pt idx="3">
                  <c:v>280</c:v>
                </c:pt>
                <c:pt idx="4">
                  <c:v>280</c:v>
                </c:pt>
                <c:pt idx="5">
                  <c:v>270</c:v>
                </c:pt>
                <c:pt idx="6">
                  <c:v>250</c:v>
                </c:pt>
                <c:pt idx="7">
                  <c:v>230</c:v>
                </c:pt>
                <c:pt idx="8">
                  <c:v>270</c:v>
                </c:pt>
                <c:pt idx="9">
                  <c:v>250</c:v>
                </c:pt>
                <c:pt idx="10">
                  <c:v>280</c:v>
                </c:pt>
                <c:pt idx="11">
                  <c:v>210</c:v>
                </c:pt>
                <c:pt idx="12">
                  <c:v>250</c:v>
                </c:pt>
                <c:pt idx="13">
                  <c:v>300</c:v>
                </c:pt>
                <c:pt idx="14">
                  <c:v>290</c:v>
                </c:pt>
                <c:pt idx="15">
                  <c:v>290</c:v>
                </c:pt>
                <c:pt idx="16">
                  <c:v>290</c:v>
                </c:pt>
                <c:pt idx="17">
                  <c:v>270</c:v>
                </c:pt>
                <c:pt idx="18">
                  <c:v>260</c:v>
                </c:pt>
                <c:pt idx="19">
                  <c:v>280</c:v>
                </c:pt>
                <c:pt idx="20">
                  <c:v>400</c:v>
                </c:pt>
                <c:pt idx="21">
                  <c:v>550</c:v>
                </c:pt>
                <c:pt idx="22">
                  <c:v>470</c:v>
                </c:pt>
                <c:pt idx="23">
                  <c:v>430</c:v>
                </c:pt>
                <c:pt idx="24">
                  <c:v>370</c:v>
                </c:pt>
                <c:pt idx="25">
                  <c:v>260</c:v>
                </c:pt>
                <c:pt idx="26">
                  <c:v>300</c:v>
                </c:pt>
                <c:pt idx="27">
                  <c:v>290</c:v>
                </c:pt>
                <c:pt idx="28">
                  <c:v>290</c:v>
                </c:pt>
                <c:pt idx="29">
                  <c:v>300</c:v>
                </c:pt>
                <c:pt idx="30">
                  <c:v>290</c:v>
                </c:pt>
                <c:pt idx="31">
                  <c:v>260</c:v>
                </c:pt>
                <c:pt idx="32">
                  <c:v>260</c:v>
                </c:pt>
                <c:pt idx="33">
                  <c:v>250</c:v>
                </c:pt>
                <c:pt idx="34">
                  <c:v>290</c:v>
                </c:pt>
                <c:pt idx="35">
                  <c:v>290</c:v>
                </c:pt>
                <c:pt idx="36">
                  <c:v>360</c:v>
                </c:pt>
                <c:pt idx="37">
                  <c:v>500</c:v>
                </c:pt>
                <c:pt idx="38">
                  <c:v>440</c:v>
                </c:pt>
                <c:pt idx="39">
                  <c:v>410</c:v>
                </c:pt>
                <c:pt idx="40">
                  <c:v>340</c:v>
                </c:pt>
                <c:pt idx="41">
                  <c:v>250</c:v>
                </c:pt>
                <c:pt idx="42">
                  <c:v>260</c:v>
                </c:pt>
                <c:pt idx="43">
                  <c:v>290</c:v>
                </c:pt>
                <c:pt idx="44">
                  <c:v>270</c:v>
                </c:pt>
                <c:pt idx="45">
                  <c:v>280</c:v>
                </c:pt>
                <c:pt idx="46">
                  <c:v>270</c:v>
                </c:pt>
                <c:pt idx="47">
                  <c:v>280</c:v>
                </c:pt>
                <c:pt idx="48">
                  <c:v>270</c:v>
                </c:pt>
                <c:pt idx="49">
                  <c:v>260</c:v>
                </c:pt>
                <c:pt idx="50">
                  <c:v>270</c:v>
                </c:pt>
                <c:pt idx="51">
                  <c:v>290</c:v>
                </c:pt>
                <c:pt idx="52">
                  <c:v>290</c:v>
                </c:pt>
                <c:pt idx="53">
                  <c:v>290</c:v>
                </c:pt>
                <c:pt idx="54">
                  <c:v>390</c:v>
                </c:pt>
                <c:pt idx="55">
                  <c:v>530</c:v>
                </c:pt>
                <c:pt idx="56">
                  <c:v>470</c:v>
                </c:pt>
                <c:pt idx="57">
                  <c:v>440</c:v>
                </c:pt>
                <c:pt idx="58">
                  <c:v>400</c:v>
                </c:pt>
                <c:pt idx="59">
                  <c:v>300</c:v>
                </c:pt>
                <c:pt idx="60">
                  <c:v>280</c:v>
                </c:pt>
                <c:pt idx="61">
                  <c:v>260</c:v>
                </c:pt>
                <c:pt idx="62">
                  <c:v>300</c:v>
                </c:pt>
                <c:pt idx="63">
                  <c:v>230</c:v>
                </c:pt>
                <c:pt idx="64">
                  <c:v>270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72385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rmAutofit/>
          </a:bodyPr>
          <a:lstStyle/>
          <a:p>
            <a:r>
              <a:rPr lang="en-US" sz="5400"/>
              <a:t>Mouthwash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83989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2,175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57%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9%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34%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66%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9876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152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Secondary Item (Merch)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4563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Mouthwash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02151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2.7M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41K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5.3%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12.1%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166742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43%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6%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1072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Mouthwash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251</cp:revision>
  <dcterms:created xsi:type="dcterms:W3CDTF">2018-12-12T20:08:26Z</dcterms:created>
  <dcterms:modified xsi:type="dcterms:W3CDTF">2019-01-16T15:28:44Z</dcterms:modified>
</cp:coreProperties>
</file>