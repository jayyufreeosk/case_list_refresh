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10</c:v>
                </c:pt>
                <c:pt idx="38">
                  <c:v>50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80</c:v>
                </c:pt>
                <c:pt idx="43">
                  <c:v>120</c:v>
                </c:pt>
                <c:pt idx="44">
                  <c:v>130</c:v>
                </c:pt>
                <c:pt idx="45">
                  <c:v>80</c:v>
                </c:pt>
                <c:pt idx="46">
                  <c:v>70</c:v>
                </c:pt>
                <c:pt idx="47">
                  <c:v>70</c:v>
                </c:pt>
                <c:pt idx="48">
                  <c:v>70</c:v>
                </c:pt>
                <c:pt idx="49">
                  <c:v>50</c:v>
                </c:pt>
                <c:pt idx="50">
                  <c:v>60</c:v>
                </c:pt>
                <c:pt idx="51">
                  <c:v>60</c:v>
                </c:pt>
                <c:pt idx="52">
                  <c:v>230</c:v>
                </c:pt>
                <c:pt idx="53">
                  <c:v>70</c:v>
                </c:pt>
                <c:pt idx="54">
                  <c:v>60</c:v>
                </c:pt>
                <c:pt idx="55">
                  <c:v>70</c:v>
                </c:pt>
                <c:pt idx="56">
                  <c:v>70</c:v>
                </c:pt>
                <c:pt idx="57">
                  <c:v>80</c:v>
                </c:pt>
                <c:pt idx="58">
                  <c:v>90</c:v>
                </c:pt>
                <c:pt idx="59">
                  <c:v>80</c:v>
                </c:pt>
                <c:pt idx="60">
                  <c:v>70</c:v>
                </c:pt>
                <c:pt idx="61">
                  <c:v>60</c:v>
                </c:pt>
                <c:pt idx="62">
                  <c:v>60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10</c:v>
                </c:pt>
                <c:pt idx="38">
                  <c:v>70</c:v>
                </c:pt>
                <c:pt idx="39">
                  <c:v>90</c:v>
                </c:pt>
                <c:pt idx="40">
                  <c:v>80</c:v>
                </c:pt>
                <c:pt idx="41">
                  <c:v>80</c:v>
                </c:pt>
                <c:pt idx="42">
                  <c:v>100</c:v>
                </c:pt>
                <c:pt idx="43">
                  <c:v>180</c:v>
                </c:pt>
                <c:pt idx="44">
                  <c:v>170</c:v>
                </c:pt>
                <c:pt idx="45">
                  <c:v>80</c:v>
                </c:pt>
                <c:pt idx="46">
                  <c:v>80</c:v>
                </c:pt>
                <c:pt idx="47">
                  <c:v>80</c:v>
                </c:pt>
                <c:pt idx="48">
                  <c:v>70</c:v>
                </c:pt>
                <c:pt idx="49">
                  <c:v>60</c:v>
                </c:pt>
                <c:pt idx="50">
                  <c:v>70</c:v>
                </c:pt>
                <c:pt idx="51">
                  <c:v>80</c:v>
                </c:pt>
                <c:pt idx="52">
                  <c:v>60</c:v>
                </c:pt>
                <c:pt idx="53">
                  <c:v>70</c:v>
                </c:pt>
                <c:pt idx="54">
                  <c:v>70</c:v>
                </c:pt>
                <c:pt idx="55">
                  <c:v>70</c:v>
                </c:pt>
                <c:pt idx="56">
                  <c:v>70</c:v>
                </c:pt>
                <c:pt idx="57">
                  <c:v>80</c:v>
                </c:pt>
                <c:pt idx="58">
                  <c:v>100</c:v>
                </c:pt>
                <c:pt idx="59">
                  <c:v>90</c:v>
                </c:pt>
                <c:pt idx="60">
                  <c:v>80</c:v>
                </c:pt>
                <c:pt idx="61">
                  <c:v>70</c:v>
                </c:pt>
                <c:pt idx="62">
                  <c:v>60</c:v>
                </c:pt>
                <c:pt idx="63">
                  <c:v>70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0C6B-4630-8134-10028D295557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43469</c:v>
                </c:pt>
                <c:pt idx="38">
                  <c:v>43476</c:v>
                </c:pt>
                <c:pt idx="39">
                  <c:v>43483</c:v>
                </c:pt>
                <c:pt idx="40">
                  <c:v>43490</c:v>
                </c:pt>
                <c:pt idx="41">
                  <c:v>43497</c:v>
                </c:pt>
                <c:pt idx="42">
                  <c:v>43504</c:v>
                </c:pt>
                <c:pt idx="43">
                  <c:v>43511</c:v>
                </c:pt>
                <c:pt idx="44">
                  <c:v>43518</c:v>
                </c:pt>
                <c:pt idx="45">
                  <c:v>43525</c:v>
                </c:pt>
                <c:pt idx="46">
                  <c:v>43532</c:v>
                </c:pt>
                <c:pt idx="47">
                  <c:v>43539</c:v>
                </c:pt>
                <c:pt idx="48">
                  <c:v>43546</c:v>
                </c:pt>
                <c:pt idx="49">
                  <c:v>43553</c:v>
                </c:pt>
                <c:pt idx="50">
                  <c:v>43560</c:v>
                </c:pt>
                <c:pt idx="51">
                  <c:v>43567</c:v>
                </c:pt>
                <c:pt idx="52">
                  <c:v>43574</c:v>
                </c:pt>
                <c:pt idx="53">
                  <c:v>43581</c:v>
                </c:pt>
                <c:pt idx="54">
                  <c:v>43588</c:v>
                </c:pt>
                <c:pt idx="55">
                  <c:v>43595</c:v>
                </c:pt>
                <c:pt idx="56">
                  <c:v>43602</c:v>
                </c:pt>
                <c:pt idx="57">
                  <c:v>43609</c:v>
                </c:pt>
                <c:pt idx="58">
                  <c:v>43616</c:v>
                </c:pt>
                <c:pt idx="59">
                  <c:v>43623</c:v>
                </c:pt>
                <c:pt idx="60">
                  <c:v>43630</c:v>
                </c:pt>
                <c:pt idx="61">
                  <c:v>43637</c:v>
                </c:pt>
                <c:pt idx="62">
                  <c:v>43644</c:v>
                </c:pt>
                <c:pt idx="63">
                  <c:v>43651</c:v>
                </c:pt>
                <c:pt idx="64">
                  <c:v>43658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209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032409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Mouthwash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68538" y="4039778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28821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3,658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384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30671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26731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1319</TotalTime>
  <Words>140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2019-08-14T20:39:02Z</dcterms:modified>
</cp:coreProperties>
</file>