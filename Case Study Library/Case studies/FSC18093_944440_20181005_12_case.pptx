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460</c:v>
                </c:pt>
                <c:pt idx="1">
                  <c:v>390</c:v>
                </c:pt>
                <c:pt idx="2">
                  <c:v>400</c:v>
                </c:pt>
                <c:pt idx="3">
                  <c:v>410</c:v>
                </c:pt>
                <c:pt idx="4">
                  <c:v>460</c:v>
                </c:pt>
                <c:pt idx="5">
                  <c:v>450</c:v>
                </c:pt>
                <c:pt idx="6">
                  <c:v>430</c:v>
                </c:pt>
                <c:pt idx="7">
                  <c:v>390</c:v>
                </c:pt>
                <c:pt idx="8">
                  <c:v>450</c:v>
                </c:pt>
                <c:pt idx="9">
                  <c:v>440</c:v>
                </c:pt>
                <c:pt idx="10">
                  <c:v>480</c:v>
                </c:pt>
                <c:pt idx="11">
                  <c:v>340</c:v>
                </c:pt>
                <c:pt idx="12">
                  <c:v>420</c:v>
                </c:pt>
                <c:pt idx="13">
                  <c:v>500</c:v>
                </c:pt>
                <c:pt idx="14">
                  <c:v>470</c:v>
                </c:pt>
                <c:pt idx="15">
                  <c:v>500</c:v>
                </c:pt>
                <c:pt idx="16">
                  <c:v>500</c:v>
                </c:pt>
                <c:pt idx="17">
                  <c:v>460</c:v>
                </c:pt>
                <c:pt idx="18">
                  <c:v>460</c:v>
                </c:pt>
                <c:pt idx="19">
                  <c:v>470</c:v>
                </c:pt>
                <c:pt idx="20">
                  <c:v>690</c:v>
                </c:pt>
                <c:pt idx="21">
                  <c:v>990</c:v>
                </c:pt>
                <c:pt idx="22">
                  <c:v>780</c:v>
                </c:pt>
                <c:pt idx="23">
                  <c:v>750</c:v>
                </c:pt>
                <c:pt idx="24">
                  <c:v>630</c:v>
                </c:pt>
                <c:pt idx="25">
                  <c:v>440</c:v>
                </c:pt>
                <c:pt idx="26">
                  <c:v>500</c:v>
                </c:pt>
                <c:pt idx="27">
                  <c:v>470</c:v>
                </c:pt>
                <c:pt idx="28">
                  <c:v>470</c:v>
                </c:pt>
                <c:pt idx="29">
                  <c:v>480</c:v>
                </c:pt>
                <c:pt idx="30">
                  <c:v>470</c:v>
                </c:pt>
                <c:pt idx="31">
                  <c:v>440</c:v>
                </c:pt>
                <c:pt idx="32">
                  <c:v>450</c:v>
                </c:pt>
                <c:pt idx="33">
                  <c:v>430</c:v>
                </c:pt>
                <c:pt idx="34">
                  <c:v>480</c:v>
                </c:pt>
                <c:pt idx="35">
                  <c:v>520</c:v>
                </c:pt>
                <c:pt idx="36">
                  <c:v>580</c:v>
                </c:pt>
                <c:pt idx="37">
                  <c:v>870</c:v>
                </c:pt>
                <c:pt idx="38">
                  <c:v>760</c:v>
                </c:pt>
                <c:pt idx="39">
                  <c:v>710</c:v>
                </c:pt>
                <c:pt idx="40">
                  <c:v>600</c:v>
                </c:pt>
                <c:pt idx="41">
                  <c:v>440</c:v>
                </c:pt>
                <c:pt idx="42">
                  <c:v>450</c:v>
                </c:pt>
                <c:pt idx="43">
                  <c:v>480</c:v>
                </c:pt>
                <c:pt idx="44">
                  <c:v>470</c:v>
                </c:pt>
                <c:pt idx="45">
                  <c:v>470</c:v>
                </c:pt>
                <c:pt idx="46">
                  <c:v>440</c:v>
                </c:pt>
                <c:pt idx="47">
                  <c:v>460</c:v>
                </c:pt>
                <c:pt idx="48">
                  <c:v>450</c:v>
                </c:pt>
                <c:pt idx="49">
                  <c:v>440</c:v>
                </c:pt>
                <c:pt idx="50">
                  <c:v>450</c:v>
                </c:pt>
                <c:pt idx="51">
                  <c:v>500</c:v>
                </c:pt>
                <c:pt idx="52">
                  <c:v>610</c:v>
                </c:pt>
                <c:pt idx="53">
                  <c:v>510</c:v>
                </c:pt>
                <c:pt idx="54">
                  <c:v>610</c:v>
                </c:pt>
                <c:pt idx="55">
                  <c:v>820</c:v>
                </c:pt>
                <c:pt idx="56">
                  <c:v>800</c:v>
                </c:pt>
                <c:pt idx="57">
                  <c:v>710</c:v>
                </c:pt>
                <c:pt idx="58">
                  <c:v>670</c:v>
                </c:pt>
                <c:pt idx="59">
                  <c:v>520</c:v>
                </c:pt>
                <c:pt idx="60">
                  <c:v>480</c:v>
                </c:pt>
                <c:pt idx="61">
                  <c:v>450</c:v>
                </c:pt>
                <c:pt idx="62">
                  <c:v>470</c:v>
                </c:pt>
                <c:pt idx="63">
                  <c:v>360</c:v>
                </c:pt>
                <c:pt idx="64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560</c:v>
                </c:pt>
                <c:pt idx="1">
                  <c:v>500</c:v>
                </c:pt>
                <c:pt idx="2">
                  <c:v>510</c:v>
                </c:pt>
                <c:pt idx="3">
                  <c:v>540</c:v>
                </c:pt>
                <c:pt idx="4">
                  <c:v>560</c:v>
                </c:pt>
                <c:pt idx="5">
                  <c:v>540</c:v>
                </c:pt>
                <c:pt idx="6">
                  <c:v>510</c:v>
                </c:pt>
                <c:pt idx="7">
                  <c:v>480</c:v>
                </c:pt>
                <c:pt idx="8">
                  <c:v>560</c:v>
                </c:pt>
                <c:pt idx="9">
                  <c:v>520</c:v>
                </c:pt>
                <c:pt idx="10">
                  <c:v>570</c:v>
                </c:pt>
                <c:pt idx="11">
                  <c:v>420</c:v>
                </c:pt>
                <c:pt idx="12">
                  <c:v>510</c:v>
                </c:pt>
                <c:pt idx="13">
                  <c:v>600</c:v>
                </c:pt>
                <c:pt idx="14">
                  <c:v>580</c:v>
                </c:pt>
                <c:pt idx="15">
                  <c:v>620</c:v>
                </c:pt>
                <c:pt idx="16">
                  <c:v>620</c:v>
                </c:pt>
                <c:pt idx="17">
                  <c:v>530</c:v>
                </c:pt>
                <c:pt idx="18">
                  <c:v>580</c:v>
                </c:pt>
                <c:pt idx="19">
                  <c:v>610</c:v>
                </c:pt>
                <c:pt idx="20">
                  <c:v>870</c:v>
                </c:pt>
                <c:pt idx="21">
                  <c:v>1230</c:v>
                </c:pt>
                <c:pt idx="22">
                  <c:v>1050</c:v>
                </c:pt>
                <c:pt idx="23">
                  <c:v>960</c:v>
                </c:pt>
                <c:pt idx="24">
                  <c:v>810</c:v>
                </c:pt>
                <c:pt idx="25">
                  <c:v>550</c:v>
                </c:pt>
                <c:pt idx="26">
                  <c:v>620</c:v>
                </c:pt>
                <c:pt idx="27">
                  <c:v>580</c:v>
                </c:pt>
                <c:pt idx="28">
                  <c:v>590</c:v>
                </c:pt>
                <c:pt idx="29">
                  <c:v>600</c:v>
                </c:pt>
                <c:pt idx="30">
                  <c:v>590</c:v>
                </c:pt>
                <c:pt idx="31">
                  <c:v>540</c:v>
                </c:pt>
                <c:pt idx="32">
                  <c:v>560</c:v>
                </c:pt>
                <c:pt idx="33">
                  <c:v>530</c:v>
                </c:pt>
                <c:pt idx="34">
                  <c:v>570</c:v>
                </c:pt>
                <c:pt idx="35">
                  <c:v>640</c:v>
                </c:pt>
                <c:pt idx="36">
                  <c:v>720</c:v>
                </c:pt>
                <c:pt idx="37">
                  <c:v>1050</c:v>
                </c:pt>
                <c:pt idx="38">
                  <c:v>950</c:v>
                </c:pt>
                <c:pt idx="39">
                  <c:v>900</c:v>
                </c:pt>
                <c:pt idx="40">
                  <c:v>750</c:v>
                </c:pt>
                <c:pt idx="41">
                  <c:v>540</c:v>
                </c:pt>
                <c:pt idx="42">
                  <c:v>550</c:v>
                </c:pt>
                <c:pt idx="43">
                  <c:v>580</c:v>
                </c:pt>
                <c:pt idx="44">
                  <c:v>560</c:v>
                </c:pt>
                <c:pt idx="45">
                  <c:v>570</c:v>
                </c:pt>
                <c:pt idx="46">
                  <c:v>530</c:v>
                </c:pt>
                <c:pt idx="47">
                  <c:v>560</c:v>
                </c:pt>
                <c:pt idx="48">
                  <c:v>540</c:v>
                </c:pt>
                <c:pt idx="49">
                  <c:v>550</c:v>
                </c:pt>
                <c:pt idx="50">
                  <c:v>570</c:v>
                </c:pt>
                <c:pt idx="51">
                  <c:v>610</c:v>
                </c:pt>
                <c:pt idx="52">
                  <c:v>600</c:v>
                </c:pt>
                <c:pt idx="53">
                  <c:v>570</c:v>
                </c:pt>
                <c:pt idx="54">
                  <c:v>760</c:v>
                </c:pt>
                <c:pt idx="55">
                  <c:v>1070</c:v>
                </c:pt>
                <c:pt idx="56">
                  <c:v>1010</c:v>
                </c:pt>
                <c:pt idx="57">
                  <c:v>930</c:v>
                </c:pt>
                <c:pt idx="58">
                  <c:v>870</c:v>
                </c:pt>
                <c:pt idx="59">
                  <c:v>630</c:v>
                </c:pt>
                <c:pt idx="60">
                  <c:v>590</c:v>
                </c:pt>
                <c:pt idx="61">
                  <c:v>550</c:v>
                </c:pt>
                <c:pt idx="62">
                  <c:v>570</c:v>
                </c:pt>
                <c:pt idx="63">
                  <c:v>450</c:v>
                </c:pt>
                <c:pt idx="64">
                  <c:v>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459291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Mouthwash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58516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4,311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58%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152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563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Mouthwash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77892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2.7M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10.5%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14.1%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86098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33%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5%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1072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Mouthwash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251</cp:revision>
  <dcterms:created xsi:type="dcterms:W3CDTF">2018-12-12T20:08:26Z</dcterms:created>
  <dcterms:modified xsi:type="dcterms:W3CDTF">2019-01-16T15:29:33Z</dcterms:modified>
</cp:coreProperties>
</file>