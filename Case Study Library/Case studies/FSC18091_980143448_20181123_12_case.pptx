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258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40</c:v>
                </c:pt>
                <c:pt idx="47">
                  <c:v>190</c:v>
                </c:pt>
                <c:pt idx="48">
                  <c:v>340</c:v>
                </c:pt>
                <c:pt idx="49">
                  <c:v>440</c:v>
                </c:pt>
                <c:pt idx="50">
                  <c:v>460</c:v>
                </c:pt>
                <c:pt idx="51">
                  <c:v>480</c:v>
                </c:pt>
                <c:pt idx="52">
                  <c:v>930</c:v>
                </c:pt>
                <c:pt idx="53">
                  <c:v>620</c:v>
                </c:pt>
                <c:pt idx="54">
                  <c:v>840</c:v>
                </c:pt>
                <c:pt idx="55">
                  <c:v>650</c:v>
                </c:pt>
                <c:pt idx="56">
                  <c:v>660</c:v>
                </c:pt>
                <c:pt idx="57">
                  <c:v>1350</c:v>
                </c:pt>
                <c:pt idx="58">
                  <c:v>1490</c:v>
                </c:pt>
                <c:pt idx="59">
                  <c:v>1340</c:v>
                </c:pt>
                <c:pt idx="60">
                  <c:v>1160</c:v>
                </c:pt>
                <c:pt idx="61">
                  <c:v>1180</c:v>
                </c:pt>
                <c:pt idx="62">
                  <c:v>1200</c:v>
                </c:pt>
                <c:pt idx="63">
                  <c:v>1010</c:v>
                </c:pt>
                <c:pt idx="64">
                  <c:v>1070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50</c:v>
                </c:pt>
                <c:pt idx="47">
                  <c:v>260</c:v>
                </c:pt>
                <c:pt idx="48">
                  <c:v>270</c:v>
                </c:pt>
                <c:pt idx="49">
                  <c:v>450</c:v>
                </c:pt>
                <c:pt idx="50">
                  <c:v>480</c:v>
                </c:pt>
                <c:pt idx="51">
                  <c:v>540</c:v>
                </c:pt>
                <c:pt idx="52">
                  <c:v>560</c:v>
                </c:pt>
                <c:pt idx="53">
                  <c:v>700</c:v>
                </c:pt>
                <c:pt idx="54">
                  <c:v>880</c:v>
                </c:pt>
                <c:pt idx="55">
                  <c:v>720</c:v>
                </c:pt>
                <c:pt idx="56">
                  <c:v>730</c:v>
                </c:pt>
                <c:pt idx="57">
                  <c:v>1600</c:v>
                </c:pt>
                <c:pt idx="58">
                  <c:v>1760</c:v>
                </c:pt>
                <c:pt idx="59">
                  <c:v>1580</c:v>
                </c:pt>
                <c:pt idx="60">
                  <c:v>1520</c:v>
                </c:pt>
                <c:pt idx="61">
                  <c:v>1400</c:v>
                </c:pt>
                <c:pt idx="62">
                  <c:v>1460</c:v>
                </c:pt>
                <c:pt idx="63">
                  <c:v>1210</c:v>
                </c:pt>
                <c:pt idx="64">
                  <c:v>1170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4083-4950-ADD2-3649DC16B20C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930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  <c:min val="43041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990956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Trash Bags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95015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2,523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62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039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Tabletop And Bags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Trash Bags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7754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631K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6760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28%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136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Trash Bags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349</cp:revision>
  <dcterms:created xsi:type="dcterms:W3CDTF">2018-12-12T20:08:26Z</dcterms:created>
  <dcterms:modified xsi:type="dcterms:W3CDTF">2019-08-14T19:56:57Z</dcterms:modified>
</cp:coreProperties>
</file>