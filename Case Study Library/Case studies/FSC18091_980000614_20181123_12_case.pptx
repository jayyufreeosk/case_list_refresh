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918" y="84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20</c:v>
                </c:pt>
                <c:pt idx="4">
                  <c:v>10</c:v>
                </c:pt>
                <c:pt idx="5">
                  <c:v>10</c:v>
                </c:pt>
                <c:pt idx="6">
                  <c:v>70</c:v>
                </c:pt>
                <c:pt idx="7">
                  <c:v>360</c:v>
                </c:pt>
                <c:pt idx="8">
                  <c:v>470</c:v>
                </c:pt>
                <c:pt idx="9">
                  <c:v>650</c:v>
                </c:pt>
                <c:pt idx="10">
                  <c:v>1000</c:v>
                </c:pt>
                <c:pt idx="11">
                  <c:v>940</c:v>
                </c:pt>
                <c:pt idx="12">
                  <c:v>1090</c:v>
                </c:pt>
                <c:pt idx="13">
                  <c:v>920</c:v>
                </c:pt>
                <c:pt idx="14">
                  <c:v>370</c:v>
                </c:pt>
                <c:pt idx="15">
                  <c:v>340</c:v>
                </c:pt>
                <c:pt idx="16">
                  <c:v>340</c:v>
                </c:pt>
                <c:pt idx="17">
                  <c:v>400</c:v>
                </c:pt>
                <c:pt idx="18">
                  <c:v>430</c:v>
                </c:pt>
                <c:pt idx="19">
                  <c:v>470</c:v>
                </c:pt>
                <c:pt idx="20">
                  <c:v>490</c:v>
                </c:pt>
                <c:pt idx="21">
                  <c:v>490</c:v>
                </c:pt>
                <c:pt idx="22">
                  <c:v>510</c:v>
                </c:pt>
                <c:pt idx="23">
                  <c:v>780</c:v>
                </c:pt>
                <c:pt idx="24">
                  <c:v>1390</c:v>
                </c:pt>
                <c:pt idx="25">
                  <c:v>1210</c:v>
                </c:pt>
                <c:pt idx="26">
                  <c:v>1050</c:v>
                </c:pt>
                <c:pt idx="27">
                  <c:v>960</c:v>
                </c:pt>
                <c:pt idx="28">
                  <c:v>550</c:v>
                </c:pt>
                <c:pt idx="29">
                  <c:v>520</c:v>
                </c:pt>
                <c:pt idx="30">
                  <c:v>560</c:v>
                </c:pt>
                <c:pt idx="31">
                  <c:v>610</c:v>
                </c:pt>
                <c:pt idx="32">
                  <c:v>520</c:v>
                </c:pt>
                <c:pt idx="33">
                  <c:v>520</c:v>
                </c:pt>
                <c:pt idx="34">
                  <c:v>490</c:v>
                </c:pt>
                <c:pt idx="35">
                  <c:v>520</c:v>
                </c:pt>
                <c:pt idx="36">
                  <c:v>540</c:v>
                </c:pt>
                <c:pt idx="37">
                  <c:v>510</c:v>
                </c:pt>
                <c:pt idx="38">
                  <c:v>440</c:v>
                </c:pt>
                <c:pt idx="39">
                  <c:v>330</c:v>
                </c:pt>
                <c:pt idx="40">
                  <c:v>380</c:v>
                </c:pt>
                <c:pt idx="41">
                  <c:v>360</c:v>
                </c:pt>
                <c:pt idx="42">
                  <c:v>410</c:v>
                </c:pt>
                <c:pt idx="43">
                  <c:v>520</c:v>
                </c:pt>
                <c:pt idx="44">
                  <c:v>520</c:v>
                </c:pt>
                <c:pt idx="45">
                  <c:v>500</c:v>
                </c:pt>
                <c:pt idx="46">
                  <c:v>460</c:v>
                </c:pt>
                <c:pt idx="47">
                  <c:v>510</c:v>
                </c:pt>
                <c:pt idx="48">
                  <c:v>500</c:v>
                </c:pt>
                <c:pt idx="49">
                  <c:v>490</c:v>
                </c:pt>
                <c:pt idx="50">
                  <c:v>480</c:v>
                </c:pt>
                <c:pt idx="51">
                  <c:v>500</c:v>
                </c:pt>
                <c:pt idx="52">
                  <c:v>450</c:v>
                </c:pt>
                <c:pt idx="53">
                  <c:v>540</c:v>
                </c:pt>
                <c:pt idx="54">
                  <c:v>500</c:v>
                </c:pt>
                <c:pt idx="55">
                  <c:v>550</c:v>
                </c:pt>
                <c:pt idx="56">
                  <c:v>570</c:v>
                </c:pt>
                <c:pt idx="57">
                  <c:v>1360</c:v>
                </c:pt>
                <c:pt idx="58">
                  <c:v>1440</c:v>
                </c:pt>
                <c:pt idx="59">
                  <c:v>1190</c:v>
                </c:pt>
                <c:pt idx="60">
                  <c:v>990</c:v>
                </c:pt>
                <c:pt idx="61">
                  <c:v>1110</c:v>
                </c:pt>
                <c:pt idx="62">
                  <c:v>1400</c:v>
                </c:pt>
                <c:pt idx="63">
                  <c:v>1170</c:v>
                </c:pt>
                <c:pt idx="64">
                  <c:v>1200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50</c:v>
                </c:pt>
                <c:pt idx="1">
                  <c:v>70</c:v>
                </c:pt>
                <c:pt idx="2">
                  <c:v>60</c:v>
                </c:pt>
                <c:pt idx="3">
                  <c:v>60</c:v>
                </c:pt>
                <c:pt idx="4">
                  <c:v>50</c:v>
                </c:pt>
                <c:pt idx="5">
                  <c:v>60</c:v>
                </c:pt>
                <c:pt idx="6">
                  <c:v>110</c:v>
                </c:pt>
                <c:pt idx="7">
                  <c:v>280</c:v>
                </c:pt>
                <c:pt idx="8">
                  <c:v>350</c:v>
                </c:pt>
                <c:pt idx="9">
                  <c:v>500</c:v>
                </c:pt>
                <c:pt idx="10">
                  <c:v>790</c:v>
                </c:pt>
                <c:pt idx="11">
                  <c:v>780</c:v>
                </c:pt>
                <c:pt idx="12">
                  <c:v>890</c:v>
                </c:pt>
                <c:pt idx="13">
                  <c:v>720</c:v>
                </c:pt>
                <c:pt idx="14">
                  <c:v>300</c:v>
                </c:pt>
                <c:pt idx="15">
                  <c:v>290</c:v>
                </c:pt>
                <c:pt idx="16">
                  <c:v>280</c:v>
                </c:pt>
                <c:pt idx="17">
                  <c:v>340</c:v>
                </c:pt>
                <c:pt idx="18">
                  <c:v>350</c:v>
                </c:pt>
                <c:pt idx="19">
                  <c:v>400</c:v>
                </c:pt>
                <c:pt idx="20">
                  <c:v>400</c:v>
                </c:pt>
                <c:pt idx="21">
                  <c:v>420</c:v>
                </c:pt>
                <c:pt idx="22">
                  <c:v>430</c:v>
                </c:pt>
                <c:pt idx="23">
                  <c:v>650</c:v>
                </c:pt>
                <c:pt idx="24">
                  <c:v>1100</c:v>
                </c:pt>
                <c:pt idx="25">
                  <c:v>1090</c:v>
                </c:pt>
                <c:pt idx="26">
                  <c:v>1030</c:v>
                </c:pt>
                <c:pt idx="27">
                  <c:v>800</c:v>
                </c:pt>
                <c:pt idx="28">
                  <c:v>450</c:v>
                </c:pt>
                <c:pt idx="29">
                  <c:v>450</c:v>
                </c:pt>
                <c:pt idx="30">
                  <c:v>460</c:v>
                </c:pt>
                <c:pt idx="31">
                  <c:v>480</c:v>
                </c:pt>
                <c:pt idx="32">
                  <c:v>430</c:v>
                </c:pt>
                <c:pt idx="33">
                  <c:v>440</c:v>
                </c:pt>
                <c:pt idx="34">
                  <c:v>430</c:v>
                </c:pt>
                <c:pt idx="35">
                  <c:v>430</c:v>
                </c:pt>
                <c:pt idx="36">
                  <c:v>450</c:v>
                </c:pt>
                <c:pt idx="37">
                  <c:v>420</c:v>
                </c:pt>
                <c:pt idx="38">
                  <c:v>400</c:v>
                </c:pt>
                <c:pt idx="39">
                  <c:v>310</c:v>
                </c:pt>
                <c:pt idx="40">
                  <c:v>320</c:v>
                </c:pt>
                <c:pt idx="41">
                  <c:v>320</c:v>
                </c:pt>
                <c:pt idx="42">
                  <c:v>360</c:v>
                </c:pt>
                <c:pt idx="43">
                  <c:v>400</c:v>
                </c:pt>
                <c:pt idx="44">
                  <c:v>430</c:v>
                </c:pt>
                <c:pt idx="45">
                  <c:v>410</c:v>
                </c:pt>
                <c:pt idx="46">
                  <c:v>430</c:v>
                </c:pt>
                <c:pt idx="47">
                  <c:v>420</c:v>
                </c:pt>
                <c:pt idx="48">
                  <c:v>420</c:v>
                </c:pt>
                <c:pt idx="49">
                  <c:v>420</c:v>
                </c:pt>
                <c:pt idx="50">
                  <c:v>400</c:v>
                </c:pt>
                <c:pt idx="51">
                  <c:v>410</c:v>
                </c:pt>
                <c:pt idx="52">
                  <c:v>350</c:v>
                </c:pt>
                <c:pt idx="53">
                  <c:v>430</c:v>
                </c:pt>
                <c:pt idx="54">
                  <c:v>410</c:v>
                </c:pt>
                <c:pt idx="55">
                  <c:v>440</c:v>
                </c:pt>
                <c:pt idx="56">
                  <c:v>470</c:v>
                </c:pt>
                <c:pt idx="57">
                  <c:v>1060</c:v>
                </c:pt>
                <c:pt idx="58">
                  <c:v>1150</c:v>
                </c:pt>
                <c:pt idx="59">
                  <c:v>990</c:v>
                </c:pt>
                <c:pt idx="60">
                  <c:v>910</c:v>
                </c:pt>
                <c:pt idx="61">
                  <c:v>900</c:v>
                </c:pt>
                <c:pt idx="62">
                  <c:v>1020</c:v>
                </c:pt>
                <c:pt idx="63">
                  <c:v>920</c:v>
                </c:pt>
                <c:pt idx="64">
                  <c:v>950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43042</c:v>
                </c:pt>
                <c:pt idx="1">
                  <c:v>43049</c:v>
                </c:pt>
                <c:pt idx="2">
                  <c:v>43056</c:v>
                </c:pt>
                <c:pt idx="3">
                  <c:v>43063</c:v>
                </c:pt>
                <c:pt idx="4">
                  <c:v>43070</c:v>
                </c:pt>
                <c:pt idx="5">
                  <c:v>43077</c:v>
                </c:pt>
                <c:pt idx="6">
                  <c:v>43084</c:v>
                </c:pt>
                <c:pt idx="7">
                  <c:v>43091</c:v>
                </c:pt>
                <c:pt idx="8">
                  <c:v>43098</c:v>
                </c:pt>
                <c:pt idx="9">
                  <c:v>43105</c:v>
                </c:pt>
                <c:pt idx="10">
                  <c:v>43112</c:v>
                </c:pt>
                <c:pt idx="11">
                  <c:v>43119</c:v>
                </c:pt>
                <c:pt idx="12">
                  <c:v>43126</c:v>
                </c:pt>
                <c:pt idx="13">
                  <c:v>43133</c:v>
                </c:pt>
                <c:pt idx="14">
                  <c:v>43140</c:v>
                </c:pt>
                <c:pt idx="15">
                  <c:v>43147</c:v>
                </c:pt>
                <c:pt idx="16">
                  <c:v>43154</c:v>
                </c:pt>
                <c:pt idx="17">
                  <c:v>43161</c:v>
                </c:pt>
                <c:pt idx="18">
                  <c:v>43168</c:v>
                </c:pt>
                <c:pt idx="19">
                  <c:v>43175</c:v>
                </c:pt>
                <c:pt idx="20">
                  <c:v>43182</c:v>
                </c:pt>
                <c:pt idx="21">
                  <c:v>43189</c:v>
                </c:pt>
                <c:pt idx="22">
                  <c:v>43196</c:v>
                </c:pt>
                <c:pt idx="23">
                  <c:v>43203</c:v>
                </c:pt>
                <c:pt idx="24">
                  <c:v>43210</c:v>
                </c:pt>
                <c:pt idx="25">
                  <c:v>43217</c:v>
                </c:pt>
                <c:pt idx="26">
                  <c:v>43224</c:v>
                </c:pt>
                <c:pt idx="27">
                  <c:v>43231</c:v>
                </c:pt>
                <c:pt idx="28">
                  <c:v>43238</c:v>
                </c:pt>
                <c:pt idx="29">
                  <c:v>43245</c:v>
                </c:pt>
                <c:pt idx="30">
                  <c:v>43252</c:v>
                </c:pt>
                <c:pt idx="31">
                  <c:v>43259</c:v>
                </c:pt>
                <c:pt idx="32">
                  <c:v>43266</c:v>
                </c:pt>
                <c:pt idx="33">
                  <c:v>43273</c:v>
                </c:pt>
                <c:pt idx="34">
                  <c:v>43280</c:v>
                </c:pt>
                <c:pt idx="35">
                  <c:v>43287</c:v>
                </c:pt>
                <c:pt idx="36">
                  <c:v>43294</c:v>
                </c:pt>
                <c:pt idx="37">
                  <c:v>43301</c:v>
                </c:pt>
                <c:pt idx="38">
                  <c:v>43308</c:v>
                </c:pt>
                <c:pt idx="39">
                  <c:v>43315</c:v>
                </c:pt>
                <c:pt idx="40">
                  <c:v>43322</c:v>
                </c:pt>
                <c:pt idx="41">
                  <c:v>43329</c:v>
                </c:pt>
                <c:pt idx="42">
                  <c:v>43336</c:v>
                </c:pt>
                <c:pt idx="43">
                  <c:v>43343</c:v>
                </c:pt>
                <c:pt idx="44">
                  <c:v>43350</c:v>
                </c:pt>
                <c:pt idx="45">
                  <c:v>43357</c:v>
                </c:pt>
                <c:pt idx="46">
                  <c:v>43364</c:v>
                </c:pt>
                <c:pt idx="47">
                  <c:v>43371</c:v>
                </c:pt>
                <c:pt idx="48">
                  <c:v>43378</c:v>
                </c:pt>
                <c:pt idx="49">
                  <c:v>43385</c:v>
                </c:pt>
                <c:pt idx="50">
                  <c:v>43392</c:v>
                </c:pt>
                <c:pt idx="51">
                  <c:v>43399</c:v>
                </c:pt>
                <c:pt idx="52">
                  <c:v>43406</c:v>
                </c:pt>
                <c:pt idx="53">
                  <c:v>43413</c:v>
                </c:pt>
                <c:pt idx="54">
                  <c:v>43420</c:v>
                </c:pt>
                <c:pt idx="55">
                  <c:v>43427</c:v>
                </c:pt>
                <c:pt idx="56">
                  <c:v>43434</c:v>
                </c:pt>
                <c:pt idx="57">
                  <c:v>43441</c:v>
                </c:pt>
                <c:pt idx="58">
                  <c:v>43448</c:v>
                </c:pt>
                <c:pt idx="59">
                  <c:v>43455</c:v>
                </c:pt>
                <c:pt idx="60">
                  <c:v>43462</c:v>
                </c:pt>
                <c:pt idx="61">
                  <c:v>43469</c:v>
                </c:pt>
                <c:pt idx="62">
                  <c:v>43476</c:v>
                </c:pt>
                <c:pt idx="63">
                  <c:v>43483</c:v>
                </c:pt>
                <c:pt idx="64">
                  <c:v>43490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450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2/25/2019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2092920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Trash Bags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5961598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1,714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50%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36%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14%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86%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174599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62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Item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640399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Tabletop And Bags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Trash Bags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363675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631K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76K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12.0%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2.3%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279429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-8%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-16%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1214</TotalTime>
  <Words>134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Trash Bags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348</cp:revision>
  <dcterms:created xsi:type="dcterms:W3CDTF">2018-12-12T20:08:26Z</dcterms:created>
  <dcterms:modified xsi:type="dcterms:W3CDTF">2019-02-25T18:01:50Z</dcterms:modified>
</cp:coreProperties>
</file>