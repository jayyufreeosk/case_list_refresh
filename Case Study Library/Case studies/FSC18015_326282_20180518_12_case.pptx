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70</c:v>
                </c:pt>
                <c:pt idx="1">
                  <c:v>60</c:v>
                </c:pt>
                <c:pt idx="2">
                  <c:v>50</c:v>
                </c:pt>
                <c:pt idx="3">
                  <c:v>40</c:v>
                </c:pt>
                <c:pt idx="4">
                  <c:v>50</c:v>
                </c:pt>
                <c:pt idx="5">
                  <c:v>50</c:v>
                </c:pt>
                <c:pt idx="6">
                  <c:v>50</c:v>
                </c:pt>
                <c:pt idx="7">
                  <c:v>50</c:v>
                </c:pt>
                <c:pt idx="8">
                  <c:v>70</c:v>
                </c:pt>
                <c:pt idx="9">
                  <c:v>60</c:v>
                </c:pt>
                <c:pt idx="10">
                  <c:v>80</c:v>
                </c:pt>
                <c:pt idx="11">
                  <c:v>80</c:v>
                </c:pt>
                <c:pt idx="12">
                  <c:v>70</c:v>
                </c:pt>
                <c:pt idx="13">
                  <c:v>60</c:v>
                </c:pt>
                <c:pt idx="14">
                  <c:v>60</c:v>
                </c:pt>
                <c:pt idx="15">
                  <c:v>70</c:v>
                </c:pt>
                <c:pt idx="16">
                  <c:v>60</c:v>
                </c:pt>
                <c:pt idx="17">
                  <c:v>60</c:v>
                </c:pt>
                <c:pt idx="18">
                  <c:v>60</c:v>
                </c:pt>
                <c:pt idx="19">
                  <c:v>110</c:v>
                </c:pt>
                <c:pt idx="20">
                  <c:v>90</c:v>
                </c:pt>
                <c:pt idx="21">
                  <c:v>70</c:v>
                </c:pt>
                <c:pt idx="22">
                  <c:v>70</c:v>
                </c:pt>
                <c:pt idx="23">
                  <c:v>60</c:v>
                </c:pt>
                <c:pt idx="24">
                  <c:v>70</c:v>
                </c:pt>
                <c:pt idx="25">
                  <c:v>60</c:v>
                </c:pt>
                <c:pt idx="26">
                  <c:v>60</c:v>
                </c:pt>
                <c:pt idx="27">
                  <c:v>60</c:v>
                </c:pt>
                <c:pt idx="28">
                  <c:v>60</c:v>
                </c:pt>
                <c:pt idx="29">
                  <c:v>110</c:v>
                </c:pt>
                <c:pt idx="30">
                  <c:v>90</c:v>
                </c:pt>
                <c:pt idx="31">
                  <c:v>60</c:v>
                </c:pt>
                <c:pt idx="32">
                  <c:v>50</c:v>
                </c:pt>
                <c:pt idx="33">
                  <c:v>60</c:v>
                </c:pt>
                <c:pt idx="34">
                  <c:v>50</c:v>
                </c:pt>
                <c:pt idx="35">
                  <c:v>50</c:v>
                </c:pt>
                <c:pt idx="36">
                  <c:v>60</c:v>
                </c:pt>
                <c:pt idx="37">
                  <c:v>90</c:v>
                </c:pt>
                <c:pt idx="38">
                  <c:v>90</c:v>
                </c:pt>
                <c:pt idx="39">
                  <c:v>80</c:v>
                </c:pt>
                <c:pt idx="40">
                  <c:v>80</c:v>
                </c:pt>
                <c:pt idx="41">
                  <c:v>60</c:v>
                </c:pt>
                <c:pt idx="42">
                  <c:v>60</c:v>
                </c:pt>
                <c:pt idx="43">
                  <c:v>50</c:v>
                </c:pt>
                <c:pt idx="44">
                  <c:v>50</c:v>
                </c:pt>
                <c:pt idx="45">
                  <c:v>70</c:v>
                </c:pt>
                <c:pt idx="46">
                  <c:v>80</c:v>
                </c:pt>
                <c:pt idx="47">
                  <c:v>70</c:v>
                </c:pt>
                <c:pt idx="48">
                  <c:v>80</c:v>
                </c:pt>
                <c:pt idx="49">
                  <c:v>70</c:v>
                </c:pt>
                <c:pt idx="50">
                  <c:v>70</c:v>
                </c:pt>
                <c:pt idx="51">
                  <c:v>70</c:v>
                </c:pt>
                <c:pt idx="52">
                  <c:v>240</c:v>
                </c:pt>
                <c:pt idx="53">
                  <c:v>130</c:v>
                </c:pt>
                <c:pt idx="54">
                  <c:v>110</c:v>
                </c:pt>
                <c:pt idx="55">
                  <c:v>110</c:v>
                </c:pt>
                <c:pt idx="56">
                  <c:v>90</c:v>
                </c:pt>
                <c:pt idx="57">
                  <c:v>90</c:v>
                </c:pt>
                <c:pt idx="58">
                  <c:v>80</c:v>
                </c:pt>
                <c:pt idx="59">
                  <c:v>80</c:v>
                </c:pt>
                <c:pt idx="60">
                  <c:v>80</c:v>
                </c:pt>
                <c:pt idx="61">
                  <c:v>60</c:v>
                </c:pt>
                <c:pt idx="62">
                  <c:v>80</c:v>
                </c:pt>
                <c:pt idx="63">
                  <c:v>80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90</c:v>
                </c:pt>
                <c:pt idx="1">
                  <c:v>70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90</c:v>
                </c:pt>
                <c:pt idx="11">
                  <c:v>90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  <c:pt idx="16">
                  <c:v>80</c:v>
                </c:pt>
                <c:pt idx="17">
                  <c:v>80</c:v>
                </c:pt>
                <c:pt idx="18">
                  <c:v>70</c:v>
                </c:pt>
                <c:pt idx="19">
                  <c:v>130</c:v>
                </c:pt>
                <c:pt idx="20">
                  <c:v>90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70</c:v>
                </c:pt>
                <c:pt idx="27">
                  <c:v>70</c:v>
                </c:pt>
                <c:pt idx="28">
                  <c:v>80</c:v>
                </c:pt>
                <c:pt idx="29">
                  <c:v>100</c:v>
                </c:pt>
                <c:pt idx="30">
                  <c:v>90</c:v>
                </c:pt>
                <c:pt idx="31">
                  <c:v>60</c:v>
                </c:pt>
                <c:pt idx="32">
                  <c:v>60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120</c:v>
                </c:pt>
                <c:pt idx="38">
                  <c:v>120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90</c:v>
                </c:pt>
                <c:pt idx="44">
                  <c:v>80</c:v>
                </c:pt>
                <c:pt idx="45">
                  <c:v>150</c:v>
                </c:pt>
                <c:pt idx="46">
                  <c:v>130</c:v>
                </c:pt>
                <c:pt idx="47">
                  <c:v>110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90</c:v>
                </c:pt>
                <c:pt idx="52">
                  <c:v>90</c:v>
                </c:pt>
                <c:pt idx="53">
                  <c:v>90</c:v>
                </c:pt>
                <c:pt idx="54">
                  <c:v>90</c:v>
                </c:pt>
                <c:pt idx="55">
                  <c:v>90</c:v>
                </c:pt>
                <c:pt idx="56">
                  <c:v>90</c:v>
                </c:pt>
                <c:pt idx="57">
                  <c:v>80</c:v>
                </c:pt>
                <c:pt idx="58">
                  <c:v>70</c:v>
                </c:pt>
                <c:pt idx="59">
                  <c:v>80</c:v>
                </c:pt>
                <c:pt idx="60">
                  <c:v>80</c:v>
                </c:pt>
                <c:pt idx="61">
                  <c:v>70</c:v>
                </c:pt>
                <c:pt idx="62">
                  <c:v>140</c:v>
                </c:pt>
                <c:pt idx="63">
                  <c:v>110</c:v>
                </c:pt>
                <c:pt idx="6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36055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35514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2,395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5894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8234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227%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2019-08-13T20:43:10Z</dcterms:modified>
</cp:coreProperties>
</file>