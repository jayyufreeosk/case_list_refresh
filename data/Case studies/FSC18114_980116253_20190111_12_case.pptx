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20</c:v>
                </c:pt>
                <c:pt idx="25">
                  <c:v>10</c:v>
                </c:pt>
                <c:pt idx="26">
                  <c:v>40</c:v>
                </c:pt>
                <c:pt idx="27">
                  <c:v>40</c:v>
                </c:pt>
                <c:pt idx="28">
                  <c:v>50</c:v>
                </c:pt>
                <c:pt idx="29">
                  <c:v>50</c:v>
                </c:pt>
                <c:pt idx="30">
                  <c:v>50</c:v>
                </c:pt>
                <c:pt idx="31">
                  <c:v>30</c:v>
                </c:pt>
                <c:pt idx="32">
                  <c:v>40</c:v>
                </c:pt>
                <c:pt idx="33">
                  <c:v>40</c:v>
                </c:pt>
                <c:pt idx="34">
                  <c:v>40</c:v>
                </c:pt>
                <c:pt idx="35">
                  <c:v>40</c:v>
                </c:pt>
                <c:pt idx="36">
                  <c:v>40</c:v>
                </c:pt>
                <c:pt idx="37">
                  <c:v>50</c:v>
                </c:pt>
                <c:pt idx="38">
                  <c:v>50</c:v>
                </c:pt>
                <c:pt idx="39">
                  <c:v>30</c:v>
                </c:pt>
                <c:pt idx="40">
                  <c:v>50</c:v>
                </c:pt>
                <c:pt idx="41">
                  <c:v>30</c:v>
                </c:pt>
                <c:pt idx="42">
                  <c:v>30</c:v>
                </c:pt>
                <c:pt idx="43">
                  <c:v>70</c:v>
                </c:pt>
                <c:pt idx="44">
                  <c:v>40</c:v>
                </c:pt>
                <c:pt idx="45">
                  <c:v>50</c:v>
                </c:pt>
                <c:pt idx="46">
                  <c:v>40</c:v>
                </c:pt>
                <c:pt idx="47">
                  <c:v>40</c:v>
                </c:pt>
                <c:pt idx="48">
                  <c:v>30</c:v>
                </c:pt>
                <c:pt idx="49">
                  <c:v>40</c:v>
                </c:pt>
                <c:pt idx="50">
                  <c:v>70</c:v>
                </c:pt>
                <c:pt idx="51">
                  <c:v>70</c:v>
                </c:pt>
                <c:pt idx="52">
                  <c:v>70</c:v>
                </c:pt>
                <c:pt idx="53">
                  <c:v>40</c:v>
                </c:pt>
                <c:pt idx="54">
                  <c:v>30</c:v>
                </c:pt>
                <c:pt idx="55">
                  <c:v>20</c:v>
                </c:pt>
                <c:pt idx="56">
                  <c:v>20</c:v>
                </c:pt>
                <c:pt idx="57">
                  <c:v>50</c:v>
                </c:pt>
                <c:pt idx="58">
                  <c:v>60</c:v>
                </c:pt>
                <c:pt idx="59">
                  <c:v>70</c:v>
                </c:pt>
                <c:pt idx="60">
                  <c:v>60</c:v>
                </c:pt>
                <c:pt idx="61">
                  <c:v>60</c:v>
                </c:pt>
                <c:pt idx="62">
                  <c:v>60</c:v>
                </c:pt>
                <c:pt idx="63">
                  <c:v>60</c:v>
                </c:pt>
                <c:pt idx="64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5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8592794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Adult Multivitamins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32904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18%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82%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31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3176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Adult Multivitamins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74119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392K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7124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Adult MultiVitamins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53999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43%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Adult Multivitamins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2019-04-16T14:18:36Z</dcterms:modified>
</cp:coreProperties>
</file>