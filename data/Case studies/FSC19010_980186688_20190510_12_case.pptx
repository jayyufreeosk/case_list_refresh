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30</c:v>
                </c:pt>
                <c:pt idx="47">
                  <c:v>380</c:v>
                </c:pt>
                <c:pt idx="48">
                  <c:v>730</c:v>
                </c:pt>
                <c:pt idx="49">
                  <c:v>920</c:v>
                </c:pt>
                <c:pt idx="50">
                  <c:v>1420</c:v>
                </c:pt>
                <c:pt idx="51">
                  <c:v>1210</c:v>
                </c:pt>
                <c:pt idx="52">
                  <c:v>1570</c:v>
                </c:pt>
                <c:pt idx="53">
                  <c:v>1390</c:v>
                </c:pt>
                <c:pt idx="54">
                  <c:v>1380</c:v>
                </c:pt>
                <c:pt idx="55">
                  <c:v>1530</c:v>
                </c:pt>
                <c:pt idx="56">
                  <c:v>1470</c:v>
                </c:pt>
                <c:pt idx="57">
                  <c:v>1690</c:v>
                </c:pt>
                <c:pt idx="58">
                  <c:v>2230</c:v>
                </c:pt>
                <c:pt idx="59">
                  <c:v>2320</c:v>
                </c:pt>
                <c:pt idx="60">
                  <c:v>1930</c:v>
                </c:pt>
                <c:pt idx="61">
                  <c:v>1720</c:v>
                </c:pt>
                <c:pt idx="62">
                  <c:v>1430</c:v>
                </c:pt>
                <c:pt idx="63">
                  <c:v>1430</c:v>
                </c:pt>
                <c:pt idx="64">
                  <c:v>1530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30</c:v>
                </c:pt>
                <c:pt idx="47">
                  <c:v>450</c:v>
                </c:pt>
                <c:pt idx="48">
                  <c:v>940</c:v>
                </c:pt>
                <c:pt idx="49">
                  <c:v>1190</c:v>
                </c:pt>
                <c:pt idx="50">
                  <c:v>1630</c:v>
                </c:pt>
                <c:pt idx="51">
                  <c:v>1390</c:v>
                </c:pt>
                <c:pt idx="52">
                  <c:v>1460</c:v>
                </c:pt>
                <c:pt idx="53">
                  <c:v>1500</c:v>
                </c:pt>
                <c:pt idx="54">
                  <c:v>1500</c:v>
                </c:pt>
                <c:pt idx="55">
                  <c:v>1610</c:v>
                </c:pt>
                <c:pt idx="56">
                  <c:v>1550</c:v>
                </c:pt>
                <c:pt idx="57">
                  <c:v>1820</c:v>
                </c:pt>
                <c:pt idx="58">
                  <c:v>2370</c:v>
                </c:pt>
                <c:pt idx="59">
                  <c:v>2370</c:v>
                </c:pt>
                <c:pt idx="60">
                  <c:v>2080</c:v>
                </c:pt>
                <c:pt idx="61">
                  <c:v>1850</c:v>
                </c:pt>
                <c:pt idx="62">
                  <c:v>1480</c:v>
                </c:pt>
                <c:pt idx="63">
                  <c:v>1550</c:v>
                </c:pt>
                <c:pt idx="64">
                  <c:v>1700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3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1570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470345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Unit Dose Laundry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15031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4,264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45%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Unit Dose Laundry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78937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03983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137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Unit Dose Laundry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2019-08-13T13:59:19Z</dcterms:modified>
</cp:coreProperties>
</file>