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130</c:v>
                </c:pt>
                <c:pt idx="1">
                  <c:v>190</c:v>
                </c:pt>
                <c:pt idx="2">
                  <c:v>140</c:v>
                </c:pt>
                <c:pt idx="3">
                  <c:v>190</c:v>
                </c:pt>
                <c:pt idx="4">
                  <c:v>100</c:v>
                </c:pt>
                <c:pt idx="5">
                  <c:v>140</c:v>
                </c:pt>
                <c:pt idx="6">
                  <c:v>170</c:v>
                </c:pt>
                <c:pt idx="7">
                  <c:v>170</c:v>
                </c:pt>
                <c:pt idx="8">
                  <c:v>170</c:v>
                </c:pt>
                <c:pt idx="9">
                  <c:v>150</c:v>
                </c:pt>
                <c:pt idx="10">
                  <c:v>130</c:v>
                </c:pt>
                <c:pt idx="11">
                  <c:v>140</c:v>
                </c:pt>
                <c:pt idx="12">
                  <c:v>100</c:v>
                </c:pt>
                <c:pt idx="13">
                  <c:v>110</c:v>
                </c:pt>
                <c:pt idx="14">
                  <c:v>90</c:v>
                </c:pt>
                <c:pt idx="15">
                  <c:v>80</c:v>
                </c:pt>
                <c:pt idx="16">
                  <c:v>70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30</c:v>
                </c:pt>
                <c:pt idx="21">
                  <c:v>20</c:v>
                </c:pt>
                <c:pt idx="22">
                  <c:v>20</c:v>
                </c:pt>
                <c:pt idx="23">
                  <c:v>40</c:v>
                </c:pt>
                <c:pt idx="24">
                  <c:v>30</c:v>
                </c:pt>
                <c:pt idx="25">
                  <c:v>50</c:v>
                </c:pt>
                <c:pt idx="26">
                  <c:v>60</c:v>
                </c:pt>
                <c:pt idx="27">
                  <c:v>90</c:v>
                </c:pt>
                <c:pt idx="28">
                  <c:v>50</c:v>
                </c:pt>
                <c:pt idx="29">
                  <c:v>60</c:v>
                </c:pt>
                <c:pt idx="30">
                  <c:v>50</c:v>
                </c:pt>
                <c:pt idx="31">
                  <c:v>40</c:v>
                </c:pt>
                <c:pt idx="32">
                  <c:v>60</c:v>
                </c:pt>
                <c:pt idx="33">
                  <c:v>50</c:v>
                </c:pt>
                <c:pt idx="34">
                  <c:v>30</c:v>
                </c:pt>
                <c:pt idx="35">
                  <c:v>50</c:v>
                </c:pt>
                <c:pt idx="36">
                  <c:v>50</c:v>
                </c:pt>
                <c:pt idx="37">
                  <c:v>60</c:v>
                </c:pt>
                <c:pt idx="38">
                  <c:v>40</c:v>
                </c:pt>
                <c:pt idx="39">
                  <c:v>40</c:v>
                </c:pt>
                <c:pt idx="40">
                  <c:v>90</c:v>
                </c:pt>
                <c:pt idx="41">
                  <c:v>120</c:v>
                </c:pt>
                <c:pt idx="42">
                  <c:v>150</c:v>
                </c:pt>
                <c:pt idx="43">
                  <c:v>130</c:v>
                </c:pt>
                <c:pt idx="44">
                  <c:v>130</c:v>
                </c:pt>
                <c:pt idx="45">
                  <c:v>160</c:v>
                </c:pt>
                <c:pt idx="46">
                  <c:v>140</c:v>
                </c:pt>
                <c:pt idx="47">
                  <c:v>140</c:v>
                </c:pt>
                <c:pt idx="48">
                  <c:v>140</c:v>
                </c:pt>
                <c:pt idx="49">
                  <c:v>150</c:v>
                </c:pt>
                <c:pt idx="50">
                  <c:v>150</c:v>
                </c:pt>
                <c:pt idx="51">
                  <c:v>140</c:v>
                </c:pt>
                <c:pt idx="52">
                  <c:v>390</c:v>
                </c:pt>
                <c:pt idx="53">
                  <c:v>320</c:v>
                </c:pt>
                <c:pt idx="54">
                  <c:v>200</c:v>
                </c:pt>
                <c:pt idx="55">
                  <c:v>180</c:v>
                </c:pt>
                <c:pt idx="56">
                  <c:v>140</c:v>
                </c:pt>
                <c:pt idx="57">
                  <c:v>150</c:v>
                </c:pt>
                <c:pt idx="58">
                  <c:v>190</c:v>
                </c:pt>
                <c:pt idx="59">
                  <c:v>180</c:v>
                </c:pt>
                <c:pt idx="60">
                  <c:v>170</c:v>
                </c:pt>
                <c:pt idx="61">
                  <c:v>160</c:v>
                </c:pt>
                <c:pt idx="62">
                  <c:v>170</c:v>
                </c:pt>
                <c:pt idx="63">
                  <c:v>150</c:v>
                </c:pt>
                <c:pt idx="64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90</c:v>
                </c:pt>
                <c:pt idx="1">
                  <c:v>180</c:v>
                </c:pt>
                <c:pt idx="2">
                  <c:v>120</c:v>
                </c:pt>
                <c:pt idx="3">
                  <c:v>180</c:v>
                </c:pt>
                <c:pt idx="4">
                  <c:v>70</c:v>
                </c:pt>
                <c:pt idx="5">
                  <c:v>90</c:v>
                </c:pt>
                <c:pt idx="6">
                  <c:v>120</c:v>
                </c:pt>
                <c:pt idx="7">
                  <c:v>110</c:v>
                </c:pt>
                <c:pt idx="8">
                  <c:v>110</c:v>
                </c:pt>
                <c:pt idx="9">
                  <c:v>90</c:v>
                </c:pt>
                <c:pt idx="10">
                  <c:v>70</c:v>
                </c:pt>
                <c:pt idx="11">
                  <c:v>90</c:v>
                </c:pt>
                <c:pt idx="12">
                  <c:v>90</c:v>
                </c:pt>
                <c:pt idx="13">
                  <c:v>80</c:v>
                </c:pt>
                <c:pt idx="14">
                  <c:v>80</c:v>
                </c:pt>
                <c:pt idx="15">
                  <c:v>70</c:v>
                </c:pt>
                <c:pt idx="16">
                  <c:v>70</c:v>
                </c:pt>
                <c:pt idx="17">
                  <c:v>70</c:v>
                </c:pt>
                <c:pt idx="18">
                  <c:v>70</c:v>
                </c:pt>
                <c:pt idx="19">
                  <c:v>80</c:v>
                </c:pt>
                <c:pt idx="20">
                  <c:v>40</c:v>
                </c:pt>
                <c:pt idx="21">
                  <c:v>40</c:v>
                </c:pt>
                <c:pt idx="22">
                  <c:v>30</c:v>
                </c:pt>
                <c:pt idx="23">
                  <c:v>50</c:v>
                </c:pt>
                <c:pt idx="24">
                  <c:v>30</c:v>
                </c:pt>
                <c:pt idx="25">
                  <c:v>30</c:v>
                </c:pt>
                <c:pt idx="26">
                  <c:v>10</c:v>
                </c:pt>
                <c:pt idx="27">
                  <c:v>0</c:v>
                </c:pt>
                <c:pt idx="28">
                  <c:v>#N/A</c:v>
                </c:pt>
                <c:pt idx="29">
                  <c:v>#N/A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0</c:v>
                </c:pt>
                <c:pt idx="39">
                  <c:v>0</c:v>
                </c:pt>
                <c:pt idx="40">
                  <c:v>40</c:v>
                </c:pt>
                <c:pt idx="41">
                  <c:v>120</c:v>
                </c:pt>
                <c:pt idx="42">
                  <c:v>80</c:v>
                </c:pt>
                <c:pt idx="43">
                  <c:v>80</c:v>
                </c:pt>
                <c:pt idx="44">
                  <c:v>90</c:v>
                </c:pt>
                <c:pt idx="45">
                  <c:v>90</c:v>
                </c:pt>
                <c:pt idx="46">
                  <c:v>90</c:v>
                </c:pt>
                <c:pt idx="47">
                  <c:v>90</c:v>
                </c:pt>
                <c:pt idx="48">
                  <c:v>90</c:v>
                </c:pt>
                <c:pt idx="49">
                  <c:v>90</c:v>
                </c:pt>
                <c:pt idx="50">
                  <c:v>90</c:v>
                </c:pt>
                <c:pt idx="51">
                  <c:v>110</c:v>
                </c:pt>
                <c:pt idx="52">
                  <c:v>80</c:v>
                </c:pt>
                <c:pt idx="53">
                  <c:v>200</c:v>
                </c:pt>
                <c:pt idx="54">
                  <c:v>120</c:v>
                </c:pt>
                <c:pt idx="55">
                  <c:v>100</c:v>
                </c:pt>
                <c:pt idx="56">
                  <c:v>80</c:v>
                </c:pt>
                <c:pt idx="57">
                  <c:v>80</c:v>
                </c:pt>
                <c:pt idx="58">
                  <c:v>100</c:v>
                </c:pt>
                <c:pt idx="59">
                  <c:v>110</c:v>
                </c:pt>
                <c:pt idx="60">
                  <c:v>90</c:v>
                </c:pt>
                <c:pt idx="61">
                  <c:v>100</c:v>
                </c:pt>
                <c:pt idx="62">
                  <c:v>120</c:v>
                </c:pt>
                <c:pt idx="63">
                  <c:v>80</c:v>
                </c:pt>
                <c:pt idx="6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390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717566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Tea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3094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11,148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88%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276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0142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Tea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07586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303K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66608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170%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-17%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137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Tea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348</cp:revision>
  <dcterms:created xsi:type="dcterms:W3CDTF">2018-12-12T20:08:26Z</dcterms:created>
  <dcterms:modified xsi:type="dcterms:W3CDTF">2019-02-25T19:23:03Z</dcterms:modified>
</cp:coreProperties>
</file>