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0</c:v>
                </c:pt>
                <c:pt idx="18">
                  <c:v>20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30</c:v>
                </c:pt>
                <c:pt idx="27">
                  <c:v>40</c:v>
                </c:pt>
                <c:pt idx="28">
                  <c:v>40</c:v>
                </c:pt>
                <c:pt idx="29">
                  <c:v>50</c:v>
                </c:pt>
                <c:pt idx="30">
                  <c:v>70</c:v>
                </c:pt>
                <c:pt idx="31">
                  <c:v>60</c:v>
                </c:pt>
                <c:pt idx="32">
                  <c:v>60</c:v>
                </c:pt>
                <c:pt idx="33">
                  <c:v>50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40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40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  <c:pt idx="49">
                  <c:v>30</c:v>
                </c:pt>
                <c:pt idx="50">
                  <c:v>30</c:v>
                </c:pt>
                <c:pt idx="51">
                  <c:v>30</c:v>
                </c:pt>
                <c:pt idx="52">
                  <c:v>40</c:v>
                </c:pt>
                <c:pt idx="53">
                  <c:v>60</c:v>
                </c:pt>
                <c:pt idx="54">
                  <c:v>50</c:v>
                </c:pt>
                <c:pt idx="55">
                  <c:v>60</c:v>
                </c:pt>
                <c:pt idx="56">
                  <c:v>40</c:v>
                </c:pt>
                <c:pt idx="57">
                  <c:v>20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30</c:v>
                </c:pt>
                <c:pt idx="62">
                  <c:v>40</c:v>
                </c:pt>
                <c:pt idx="63">
                  <c:v>30</c:v>
                </c:pt>
                <c:pt idx="6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10</c:v>
                </c:pt>
                <c:pt idx="18">
                  <c:v>40</c:v>
                </c:pt>
                <c:pt idx="19">
                  <c:v>60</c:v>
                </c:pt>
                <c:pt idx="20">
                  <c:v>60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60</c:v>
                </c:pt>
                <c:pt idx="28">
                  <c:v>60</c:v>
                </c:pt>
                <c:pt idx="29">
                  <c:v>80</c:v>
                </c:pt>
                <c:pt idx="30">
                  <c:v>120</c:v>
                </c:pt>
                <c:pt idx="31">
                  <c:v>110</c:v>
                </c:pt>
                <c:pt idx="32">
                  <c:v>90</c:v>
                </c:pt>
                <c:pt idx="33">
                  <c:v>70</c:v>
                </c:pt>
                <c:pt idx="34">
                  <c:v>50</c:v>
                </c:pt>
                <c:pt idx="35">
                  <c:v>50</c:v>
                </c:pt>
                <c:pt idx="36">
                  <c:v>60</c:v>
                </c:pt>
                <c:pt idx="37">
                  <c:v>60</c:v>
                </c:pt>
                <c:pt idx="38">
                  <c:v>50</c:v>
                </c:pt>
                <c:pt idx="39">
                  <c:v>50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50</c:v>
                </c:pt>
                <c:pt idx="46">
                  <c:v>50</c:v>
                </c:pt>
                <c:pt idx="47">
                  <c:v>50</c:v>
                </c:pt>
                <c:pt idx="48">
                  <c:v>50</c:v>
                </c:pt>
                <c:pt idx="49">
                  <c:v>40</c:v>
                </c:pt>
                <c:pt idx="50">
                  <c:v>50</c:v>
                </c:pt>
                <c:pt idx="51">
                  <c:v>50</c:v>
                </c:pt>
                <c:pt idx="52">
                  <c:v>50</c:v>
                </c:pt>
                <c:pt idx="53">
                  <c:v>100</c:v>
                </c:pt>
                <c:pt idx="54">
                  <c:v>80</c:v>
                </c:pt>
                <c:pt idx="55">
                  <c:v>90</c:v>
                </c:pt>
                <c:pt idx="56">
                  <c:v>60</c:v>
                </c:pt>
                <c:pt idx="57">
                  <c:v>40</c:v>
                </c:pt>
                <c:pt idx="58">
                  <c:v>50</c:v>
                </c:pt>
                <c:pt idx="59">
                  <c:v>50</c:v>
                </c:pt>
                <c:pt idx="60">
                  <c:v>40</c:v>
                </c:pt>
                <c:pt idx="61">
                  <c:v>50</c:v>
                </c:pt>
                <c:pt idx="62">
                  <c:v>50</c:v>
                </c:pt>
                <c:pt idx="63">
                  <c:v>50</c:v>
                </c:pt>
                <c:pt idx="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2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366721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76811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0061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943K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192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Face Care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3081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141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348</cp:revision>
  <dcterms:created xsi:type="dcterms:W3CDTF">2018-12-12T20:08:26Z</dcterms:created>
  <dcterms:modified xsi:type="dcterms:W3CDTF">2019-02-25T19:24:01Z</dcterms:modified>
</cp:coreProperties>
</file>