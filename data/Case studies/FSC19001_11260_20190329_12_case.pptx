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43168</c:v>
                </c:pt>
                <c:pt idx="1">
                  <c:v>43175</c:v>
                </c:pt>
                <c:pt idx="2">
                  <c:v>43182</c:v>
                </c:pt>
                <c:pt idx="3">
                  <c:v>43189</c:v>
                </c:pt>
                <c:pt idx="4">
                  <c:v>43196</c:v>
                </c:pt>
                <c:pt idx="5">
                  <c:v>43203</c:v>
                </c:pt>
                <c:pt idx="6">
                  <c:v>#N/A</c:v>
                </c:pt>
                <c:pt idx="7">
                  <c:v>43217</c:v>
                </c:pt>
                <c:pt idx="8">
                  <c:v>43224</c:v>
                </c:pt>
                <c:pt idx="9">
                  <c:v>43231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43266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43294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43329</c:v>
                </c:pt>
                <c:pt idx="24">
                  <c:v>#N/A</c:v>
                </c:pt>
                <c:pt idx="25">
                  <c:v>#N/A</c:v>
                </c:pt>
                <c:pt idx="26">
                  <c:v>43350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43455</c:v>
                </c:pt>
                <c:pt idx="42">
                  <c:v>43462</c:v>
                </c:pt>
                <c:pt idx="43">
                  <c:v>43469</c:v>
                </c:pt>
                <c:pt idx="44">
                  <c:v>43476</c:v>
                </c:pt>
                <c:pt idx="45">
                  <c:v>43483</c:v>
                </c:pt>
                <c:pt idx="46">
                  <c:v>43490</c:v>
                </c:pt>
                <c:pt idx="47">
                  <c:v>43497</c:v>
                </c:pt>
                <c:pt idx="48">
                  <c:v>43504</c:v>
                </c:pt>
                <c:pt idx="49">
                  <c:v>43511</c:v>
                </c:pt>
                <c:pt idx="50">
                  <c:v>43518</c:v>
                </c:pt>
                <c:pt idx="51">
                  <c:v>43525</c:v>
                </c:pt>
                <c:pt idx="52">
                  <c:v>43532</c:v>
                </c:pt>
                <c:pt idx="53">
                  <c:v>43539</c:v>
                </c:pt>
                <c:pt idx="54">
                  <c:v>43546</c:v>
                </c:pt>
                <c:pt idx="55">
                  <c:v>43553</c:v>
                </c:pt>
                <c:pt idx="56">
                  <c:v>43560</c:v>
                </c:pt>
                <c:pt idx="57">
                  <c:v>43567</c:v>
                </c:pt>
                <c:pt idx="58">
                  <c:v>43574</c:v>
                </c:pt>
                <c:pt idx="59">
                  <c:v>#N/A</c:v>
                </c:pt>
                <c:pt idx="60">
                  <c:v>#N/A</c:v>
                </c:pt>
                <c:pt idx="61">
                  <c:v>43595</c:v>
                </c:pt>
                <c:pt idx="62">
                  <c:v>43602</c:v>
                </c:pt>
                <c:pt idx="63">
                  <c:v>#N/A</c:v>
                </c:pt>
                <c:pt idx="64">
                  <c:v>43616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900</c:v>
                </c:pt>
                <c:pt idx="1">
                  <c:v>190</c:v>
                </c:pt>
                <c:pt idx="2">
                  <c:v>10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#N/A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0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0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0</c:v>
                </c:pt>
                <c:pt idx="24">
                  <c:v>#N/A</c:v>
                </c:pt>
                <c:pt idx="25">
                  <c:v>#N/A</c:v>
                </c:pt>
                <c:pt idx="26">
                  <c:v>0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30</c:v>
                </c:pt>
                <c:pt idx="42">
                  <c:v>190</c:v>
                </c:pt>
                <c:pt idx="43">
                  <c:v>270</c:v>
                </c:pt>
                <c:pt idx="44">
                  <c:v>310</c:v>
                </c:pt>
                <c:pt idx="45">
                  <c:v>360</c:v>
                </c:pt>
                <c:pt idx="46">
                  <c:v>400</c:v>
                </c:pt>
                <c:pt idx="47">
                  <c:v>600</c:v>
                </c:pt>
                <c:pt idx="48">
                  <c:v>980</c:v>
                </c:pt>
                <c:pt idx="49">
                  <c:v>880</c:v>
                </c:pt>
                <c:pt idx="50">
                  <c:v>860</c:v>
                </c:pt>
                <c:pt idx="51">
                  <c:v>650</c:v>
                </c:pt>
                <c:pt idx="52">
                  <c:v>700</c:v>
                </c:pt>
                <c:pt idx="53">
                  <c:v>530</c:v>
                </c:pt>
                <c:pt idx="54">
                  <c:v>590</c:v>
                </c:pt>
                <c:pt idx="55">
                  <c:v>380</c:v>
                </c:pt>
                <c:pt idx="56">
                  <c:v>30</c:v>
                </c:pt>
                <c:pt idx="57">
                  <c:v>0</c:v>
                </c:pt>
                <c:pt idx="58">
                  <c:v>0</c:v>
                </c:pt>
                <c:pt idx="59">
                  <c:v>#N/A</c:v>
                </c:pt>
                <c:pt idx="60">
                  <c:v>#N/A</c:v>
                </c:pt>
                <c:pt idx="61">
                  <c:v>0</c:v>
                </c:pt>
                <c:pt idx="62">
                  <c:v>0</c:v>
                </c:pt>
                <c:pt idx="63">
                  <c:v>#N/A</c:v>
                </c:pt>
                <c:pt idx="6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43168</c:v>
                </c:pt>
                <c:pt idx="1">
                  <c:v>43175</c:v>
                </c:pt>
                <c:pt idx="2">
                  <c:v>43182</c:v>
                </c:pt>
                <c:pt idx="3">
                  <c:v>43189</c:v>
                </c:pt>
                <c:pt idx="4">
                  <c:v>43196</c:v>
                </c:pt>
                <c:pt idx="5">
                  <c:v>43203</c:v>
                </c:pt>
                <c:pt idx="6">
                  <c:v>#N/A</c:v>
                </c:pt>
                <c:pt idx="7">
                  <c:v>43217</c:v>
                </c:pt>
                <c:pt idx="8">
                  <c:v>43224</c:v>
                </c:pt>
                <c:pt idx="9">
                  <c:v>43231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43266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43294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43329</c:v>
                </c:pt>
                <c:pt idx="24">
                  <c:v>#N/A</c:v>
                </c:pt>
                <c:pt idx="25">
                  <c:v>#N/A</c:v>
                </c:pt>
                <c:pt idx="26">
                  <c:v>43350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43455</c:v>
                </c:pt>
                <c:pt idx="42">
                  <c:v>43462</c:v>
                </c:pt>
                <c:pt idx="43">
                  <c:v>43469</c:v>
                </c:pt>
                <c:pt idx="44">
                  <c:v>43476</c:v>
                </c:pt>
                <c:pt idx="45">
                  <c:v>43483</c:v>
                </c:pt>
                <c:pt idx="46">
                  <c:v>43490</c:v>
                </c:pt>
                <c:pt idx="47">
                  <c:v>43497</c:v>
                </c:pt>
                <c:pt idx="48">
                  <c:v>43504</c:v>
                </c:pt>
                <c:pt idx="49">
                  <c:v>43511</c:v>
                </c:pt>
                <c:pt idx="50">
                  <c:v>43518</c:v>
                </c:pt>
                <c:pt idx="51">
                  <c:v>43525</c:v>
                </c:pt>
                <c:pt idx="52">
                  <c:v>43532</c:v>
                </c:pt>
                <c:pt idx="53">
                  <c:v>43539</c:v>
                </c:pt>
                <c:pt idx="54">
                  <c:v>43546</c:v>
                </c:pt>
                <c:pt idx="55">
                  <c:v>43553</c:v>
                </c:pt>
                <c:pt idx="56">
                  <c:v>43560</c:v>
                </c:pt>
                <c:pt idx="57">
                  <c:v>43567</c:v>
                </c:pt>
                <c:pt idx="58">
                  <c:v>43574</c:v>
                </c:pt>
                <c:pt idx="59">
                  <c:v>#N/A</c:v>
                </c:pt>
                <c:pt idx="60">
                  <c:v>#N/A</c:v>
                </c:pt>
                <c:pt idx="61">
                  <c:v>43595</c:v>
                </c:pt>
                <c:pt idx="62">
                  <c:v>43602</c:v>
                </c:pt>
                <c:pt idx="63">
                  <c:v>#N/A</c:v>
                </c:pt>
                <c:pt idx="64">
                  <c:v>43616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62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43168</c:v>
                </c:pt>
                <c:pt idx="1">
                  <c:v>43175</c:v>
                </c:pt>
                <c:pt idx="2">
                  <c:v>43182</c:v>
                </c:pt>
                <c:pt idx="3">
                  <c:v>43189</c:v>
                </c:pt>
                <c:pt idx="4">
                  <c:v>43196</c:v>
                </c:pt>
                <c:pt idx="5">
                  <c:v>43203</c:v>
                </c:pt>
                <c:pt idx="6">
                  <c:v>#N/A</c:v>
                </c:pt>
                <c:pt idx="7">
                  <c:v>43217</c:v>
                </c:pt>
                <c:pt idx="8">
                  <c:v>43224</c:v>
                </c:pt>
                <c:pt idx="9">
                  <c:v>43231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43266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43294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43329</c:v>
                </c:pt>
                <c:pt idx="24">
                  <c:v>#N/A</c:v>
                </c:pt>
                <c:pt idx="25">
                  <c:v>#N/A</c:v>
                </c:pt>
                <c:pt idx="26">
                  <c:v>43350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43455</c:v>
                </c:pt>
                <c:pt idx="42">
                  <c:v>43462</c:v>
                </c:pt>
                <c:pt idx="43">
                  <c:v>43469</c:v>
                </c:pt>
                <c:pt idx="44">
                  <c:v>43476</c:v>
                </c:pt>
                <c:pt idx="45">
                  <c:v>43483</c:v>
                </c:pt>
                <c:pt idx="46">
                  <c:v>43490</c:v>
                </c:pt>
                <c:pt idx="47">
                  <c:v>43497</c:v>
                </c:pt>
                <c:pt idx="48">
                  <c:v>43504</c:v>
                </c:pt>
                <c:pt idx="49">
                  <c:v>43511</c:v>
                </c:pt>
                <c:pt idx="50">
                  <c:v>43518</c:v>
                </c:pt>
                <c:pt idx="51">
                  <c:v>43525</c:v>
                </c:pt>
                <c:pt idx="52">
                  <c:v>43532</c:v>
                </c:pt>
                <c:pt idx="53">
                  <c:v>43539</c:v>
                </c:pt>
                <c:pt idx="54">
                  <c:v>43546</c:v>
                </c:pt>
                <c:pt idx="55">
                  <c:v>43553</c:v>
                </c:pt>
                <c:pt idx="56">
                  <c:v>43560</c:v>
                </c:pt>
                <c:pt idx="57">
                  <c:v>43567</c:v>
                </c:pt>
                <c:pt idx="58">
                  <c:v>43574</c:v>
                </c:pt>
                <c:pt idx="59">
                  <c:v>#N/A</c:v>
                </c:pt>
                <c:pt idx="60">
                  <c:v>#N/A</c:v>
                </c:pt>
                <c:pt idx="61">
                  <c:v>43595</c:v>
                </c:pt>
                <c:pt idx="62">
                  <c:v>43602</c:v>
                </c:pt>
                <c:pt idx="63">
                  <c:v>#N/A</c:v>
                </c:pt>
                <c:pt idx="64">
                  <c:v>43616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303235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Easter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7250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18,597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48029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Easter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46251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07729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-17%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128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Easter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2019-07-05T14:08:33Z</dcterms:modified>
</cp:coreProperties>
</file>