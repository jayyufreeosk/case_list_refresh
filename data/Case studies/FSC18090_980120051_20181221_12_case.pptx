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43294</c:v>
                </c:pt>
                <c:pt idx="33">
                  <c:v>43301</c:v>
                </c:pt>
                <c:pt idx="34">
                  <c:v>43308</c:v>
                </c:pt>
                <c:pt idx="35">
                  <c:v>43315</c:v>
                </c:pt>
                <c:pt idx="36">
                  <c:v>43322</c:v>
                </c:pt>
                <c:pt idx="37">
                  <c:v>43329</c:v>
                </c:pt>
                <c:pt idx="38">
                  <c:v>43336</c:v>
                </c:pt>
                <c:pt idx="39">
                  <c:v>43343</c:v>
                </c:pt>
                <c:pt idx="40">
                  <c:v>43350</c:v>
                </c:pt>
                <c:pt idx="41">
                  <c:v>43357</c:v>
                </c:pt>
                <c:pt idx="42">
                  <c:v>43364</c:v>
                </c:pt>
                <c:pt idx="43">
                  <c:v>43371</c:v>
                </c:pt>
                <c:pt idx="44">
                  <c:v>43378</c:v>
                </c:pt>
                <c:pt idx="45">
                  <c:v>43385</c:v>
                </c:pt>
                <c:pt idx="46">
                  <c:v>43392</c:v>
                </c:pt>
                <c:pt idx="47">
                  <c:v>43399</c:v>
                </c:pt>
                <c:pt idx="48">
                  <c:v>43406</c:v>
                </c:pt>
                <c:pt idx="49">
                  <c:v>43413</c:v>
                </c:pt>
                <c:pt idx="50">
                  <c:v>43420</c:v>
                </c:pt>
                <c:pt idx="51">
                  <c:v>43427</c:v>
                </c:pt>
                <c:pt idx="52">
                  <c:v>43434</c:v>
                </c:pt>
                <c:pt idx="53">
                  <c:v>43441</c:v>
                </c:pt>
                <c:pt idx="54">
                  <c:v>43448</c:v>
                </c:pt>
                <c:pt idx="55">
                  <c:v>43455</c:v>
                </c:pt>
                <c:pt idx="56">
                  <c:v>43462</c:v>
                </c:pt>
                <c:pt idx="57">
                  <c:v>43469</c:v>
                </c:pt>
                <c:pt idx="58">
                  <c:v>43476</c:v>
                </c:pt>
                <c:pt idx="59">
                  <c:v>43483</c:v>
                </c:pt>
                <c:pt idx="60">
                  <c:v>43490</c:v>
                </c:pt>
                <c:pt idx="61">
                  <c:v>43497</c:v>
                </c:pt>
                <c:pt idx="62">
                  <c:v>43504</c:v>
                </c:pt>
                <c:pt idx="63">
                  <c:v>43511</c:v>
                </c:pt>
                <c:pt idx="64">
                  <c:v>43518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30</c:v>
                </c:pt>
                <c:pt idx="33">
                  <c:v>190</c:v>
                </c:pt>
                <c:pt idx="34">
                  <c:v>570</c:v>
                </c:pt>
                <c:pt idx="35">
                  <c:v>1140</c:v>
                </c:pt>
                <c:pt idx="36">
                  <c:v>1390</c:v>
                </c:pt>
                <c:pt idx="37">
                  <c:v>1410</c:v>
                </c:pt>
                <c:pt idx="38">
                  <c:v>1200</c:v>
                </c:pt>
                <c:pt idx="39">
                  <c:v>950</c:v>
                </c:pt>
                <c:pt idx="40">
                  <c:v>1040</c:v>
                </c:pt>
                <c:pt idx="41">
                  <c:v>1070</c:v>
                </c:pt>
                <c:pt idx="42">
                  <c:v>1100</c:v>
                </c:pt>
                <c:pt idx="43">
                  <c:v>1470</c:v>
                </c:pt>
                <c:pt idx="44">
                  <c:v>2260</c:v>
                </c:pt>
                <c:pt idx="45">
                  <c:v>2190</c:v>
                </c:pt>
                <c:pt idx="46">
                  <c:v>2160</c:v>
                </c:pt>
                <c:pt idx="47">
                  <c:v>2130</c:v>
                </c:pt>
                <c:pt idx="48">
                  <c:v>1360</c:v>
                </c:pt>
                <c:pt idx="49">
                  <c:v>930</c:v>
                </c:pt>
                <c:pt idx="50">
                  <c:v>830</c:v>
                </c:pt>
                <c:pt idx="51">
                  <c:v>960</c:v>
                </c:pt>
                <c:pt idx="52">
                  <c:v>1230</c:v>
                </c:pt>
                <c:pt idx="53">
                  <c:v>2070</c:v>
                </c:pt>
                <c:pt idx="54">
                  <c:v>2080</c:v>
                </c:pt>
                <c:pt idx="55">
                  <c:v>2040</c:v>
                </c:pt>
                <c:pt idx="56">
                  <c:v>2050</c:v>
                </c:pt>
                <c:pt idx="57">
                  <c:v>1820</c:v>
                </c:pt>
                <c:pt idx="58">
                  <c:v>1160</c:v>
                </c:pt>
                <c:pt idx="59">
                  <c:v>1100</c:v>
                </c:pt>
                <c:pt idx="60">
                  <c:v>1190</c:v>
                </c:pt>
                <c:pt idx="61">
                  <c:v>1890</c:v>
                </c:pt>
                <c:pt idx="62">
                  <c:v>2860</c:v>
                </c:pt>
                <c:pt idx="63">
                  <c:v>2160</c:v>
                </c:pt>
                <c:pt idx="64">
                  <c:v>2030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43294</c:v>
                </c:pt>
                <c:pt idx="33">
                  <c:v>43301</c:v>
                </c:pt>
                <c:pt idx="34">
                  <c:v>43308</c:v>
                </c:pt>
                <c:pt idx="35">
                  <c:v>43315</c:v>
                </c:pt>
                <c:pt idx="36">
                  <c:v>43322</c:v>
                </c:pt>
                <c:pt idx="37">
                  <c:v>43329</c:v>
                </c:pt>
                <c:pt idx="38">
                  <c:v>43336</c:v>
                </c:pt>
                <c:pt idx="39">
                  <c:v>43343</c:v>
                </c:pt>
                <c:pt idx="40">
                  <c:v>43350</c:v>
                </c:pt>
                <c:pt idx="41">
                  <c:v>43357</c:v>
                </c:pt>
                <c:pt idx="42">
                  <c:v>43364</c:v>
                </c:pt>
                <c:pt idx="43">
                  <c:v>43371</c:v>
                </c:pt>
                <c:pt idx="44">
                  <c:v>43378</c:v>
                </c:pt>
                <c:pt idx="45">
                  <c:v>43385</c:v>
                </c:pt>
                <c:pt idx="46">
                  <c:v>43392</c:v>
                </c:pt>
                <c:pt idx="47">
                  <c:v>43399</c:v>
                </c:pt>
                <c:pt idx="48">
                  <c:v>43406</c:v>
                </c:pt>
                <c:pt idx="49">
                  <c:v>43413</c:v>
                </c:pt>
                <c:pt idx="50">
                  <c:v>43420</c:v>
                </c:pt>
                <c:pt idx="51">
                  <c:v>43427</c:v>
                </c:pt>
                <c:pt idx="52">
                  <c:v>43434</c:v>
                </c:pt>
                <c:pt idx="53">
                  <c:v>43441</c:v>
                </c:pt>
                <c:pt idx="54">
                  <c:v>43448</c:v>
                </c:pt>
                <c:pt idx="55">
                  <c:v>43455</c:v>
                </c:pt>
                <c:pt idx="56">
                  <c:v>43462</c:v>
                </c:pt>
                <c:pt idx="57">
                  <c:v>43469</c:v>
                </c:pt>
                <c:pt idx="58">
                  <c:v>43476</c:v>
                </c:pt>
                <c:pt idx="59">
                  <c:v>43483</c:v>
                </c:pt>
                <c:pt idx="60">
                  <c:v>43490</c:v>
                </c:pt>
                <c:pt idx="61">
                  <c:v>43497</c:v>
                </c:pt>
                <c:pt idx="62">
                  <c:v>43504</c:v>
                </c:pt>
                <c:pt idx="63">
                  <c:v>43511</c:v>
                </c:pt>
                <c:pt idx="64">
                  <c:v>43518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27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43294</c:v>
                </c:pt>
                <c:pt idx="33">
                  <c:v>43301</c:v>
                </c:pt>
                <c:pt idx="34">
                  <c:v>43308</c:v>
                </c:pt>
                <c:pt idx="35">
                  <c:v>43315</c:v>
                </c:pt>
                <c:pt idx="36">
                  <c:v>43322</c:v>
                </c:pt>
                <c:pt idx="37">
                  <c:v>43329</c:v>
                </c:pt>
                <c:pt idx="38">
                  <c:v>43336</c:v>
                </c:pt>
                <c:pt idx="39">
                  <c:v>43343</c:v>
                </c:pt>
                <c:pt idx="40">
                  <c:v>43350</c:v>
                </c:pt>
                <c:pt idx="41">
                  <c:v>43357</c:v>
                </c:pt>
                <c:pt idx="42">
                  <c:v>43364</c:v>
                </c:pt>
                <c:pt idx="43">
                  <c:v>43371</c:v>
                </c:pt>
                <c:pt idx="44">
                  <c:v>43378</c:v>
                </c:pt>
                <c:pt idx="45">
                  <c:v>43385</c:v>
                </c:pt>
                <c:pt idx="46">
                  <c:v>43392</c:v>
                </c:pt>
                <c:pt idx="47">
                  <c:v>43399</c:v>
                </c:pt>
                <c:pt idx="48">
                  <c:v>43406</c:v>
                </c:pt>
                <c:pt idx="49">
                  <c:v>43413</c:v>
                </c:pt>
                <c:pt idx="50">
                  <c:v>43420</c:v>
                </c:pt>
                <c:pt idx="51">
                  <c:v>43427</c:v>
                </c:pt>
                <c:pt idx="52">
                  <c:v>43434</c:v>
                </c:pt>
                <c:pt idx="53">
                  <c:v>43441</c:v>
                </c:pt>
                <c:pt idx="54">
                  <c:v>43448</c:v>
                </c:pt>
                <c:pt idx="55">
                  <c:v>43455</c:v>
                </c:pt>
                <c:pt idx="56">
                  <c:v>43462</c:v>
                </c:pt>
                <c:pt idx="57">
                  <c:v>43469</c:v>
                </c:pt>
                <c:pt idx="58">
                  <c:v>43476</c:v>
                </c:pt>
                <c:pt idx="59">
                  <c:v>43483</c:v>
                </c:pt>
                <c:pt idx="60">
                  <c:v>43490</c:v>
                </c:pt>
                <c:pt idx="61">
                  <c:v>43497</c:v>
                </c:pt>
                <c:pt idx="62">
                  <c:v>43504</c:v>
                </c:pt>
                <c:pt idx="63">
                  <c:v>43511</c:v>
                </c:pt>
                <c:pt idx="64">
                  <c:v>43518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1230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290996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Scent Boosters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57550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95,752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19%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Scent Boosters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33722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11.3M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1.4M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25.9%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710953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169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Scent Boosters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2019-04-02T14:06:43Z</dcterms:modified>
</cp:coreProperties>
</file>