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43056</c:v>
                </c:pt>
                <c:pt idx="1">
                  <c:v>43063</c:v>
                </c:pt>
                <c:pt idx="2">
                  <c:v>43070</c:v>
                </c:pt>
                <c:pt idx="3">
                  <c:v>43077</c:v>
                </c:pt>
                <c:pt idx="4">
                  <c:v>43084</c:v>
                </c:pt>
                <c:pt idx="5">
                  <c:v>43091</c:v>
                </c:pt>
                <c:pt idx="6">
                  <c:v>43098</c:v>
                </c:pt>
                <c:pt idx="7">
                  <c:v>43105</c:v>
                </c:pt>
                <c:pt idx="8">
                  <c:v>43112</c:v>
                </c:pt>
                <c:pt idx="9">
                  <c:v>43119</c:v>
                </c:pt>
                <c:pt idx="10">
                  <c:v>43126</c:v>
                </c:pt>
                <c:pt idx="11">
                  <c:v>43133</c:v>
                </c:pt>
                <c:pt idx="12">
                  <c:v>43140</c:v>
                </c:pt>
                <c:pt idx="13">
                  <c:v>43147</c:v>
                </c:pt>
                <c:pt idx="14">
                  <c:v>43154</c:v>
                </c:pt>
                <c:pt idx="15">
                  <c:v>43161</c:v>
                </c:pt>
                <c:pt idx="16">
                  <c:v>43168</c:v>
                </c:pt>
                <c:pt idx="17">
                  <c:v>43175</c:v>
                </c:pt>
                <c:pt idx="18">
                  <c:v>43182</c:v>
                </c:pt>
                <c:pt idx="19">
                  <c:v>43189</c:v>
                </c:pt>
                <c:pt idx="20">
                  <c:v>43196</c:v>
                </c:pt>
                <c:pt idx="21">
                  <c:v>43203</c:v>
                </c:pt>
                <c:pt idx="22">
                  <c:v>43210</c:v>
                </c:pt>
                <c:pt idx="23">
                  <c:v>43217</c:v>
                </c:pt>
                <c:pt idx="24">
                  <c:v>43224</c:v>
                </c:pt>
                <c:pt idx="25">
                  <c:v>43231</c:v>
                </c:pt>
                <c:pt idx="26">
                  <c:v>43238</c:v>
                </c:pt>
                <c:pt idx="27">
                  <c:v>43245</c:v>
                </c:pt>
                <c:pt idx="28">
                  <c:v>43252</c:v>
                </c:pt>
                <c:pt idx="29">
                  <c:v>43259</c:v>
                </c:pt>
                <c:pt idx="30">
                  <c:v>43266</c:v>
                </c:pt>
                <c:pt idx="31">
                  <c:v>43273</c:v>
                </c:pt>
                <c:pt idx="32">
                  <c:v>43280</c:v>
                </c:pt>
                <c:pt idx="33">
                  <c:v>43287</c:v>
                </c:pt>
                <c:pt idx="34">
                  <c:v>43294</c:v>
                </c:pt>
                <c:pt idx="35">
                  <c:v>43301</c:v>
                </c:pt>
                <c:pt idx="36">
                  <c:v>43308</c:v>
                </c:pt>
                <c:pt idx="37">
                  <c:v>43315</c:v>
                </c:pt>
                <c:pt idx="38">
                  <c:v>43322</c:v>
                </c:pt>
                <c:pt idx="39">
                  <c:v>43329</c:v>
                </c:pt>
                <c:pt idx="40">
                  <c:v>43336</c:v>
                </c:pt>
                <c:pt idx="41">
                  <c:v>43343</c:v>
                </c:pt>
                <c:pt idx="42">
                  <c:v>43350</c:v>
                </c:pt>
                <c:pt idx="43">
                  <c:v>43357</c:v>
                </c:pt>
                <c:pt idx="44">
                  <c:v>43364</c:v>
                </c:pt>
                <c:pt idx="45">
                  <c:v>43371</c:v>
                </c:pt>
                <c:pt idx="46">
                  <c:v>43378</c:v>
                </c:pt>
                <c:pt idx="47">
                  <c:v>43385</c:v>
                </c:pt>
                <c:pt idx="48">
                  <c:v>43392</c:v>
                </c:pt>
                <c:pt idx="49">
                  <c:v>43399</c:v>
                </c:pt>
                <c:pt idx="50">
                  <c:v>43406</c:v>
                </c:pt>
                <c:pt idx="51">
                  <c:v>43413</c:v>
                </c:pt>
                <c:pt idx="52">
                  <c:v>43420</c:v>
                </c:pt>
                <c:pt idx="53">
                  <c:v>43427</c:v>
                </c:pt>
                <c:pt idx="54">
                  <c:v>43434</c:v>
                </c:pt>
                <c:pt idx="55">
                  <c:v>43441</c:v>
                </c:pt>
                <c:pt idx="56">
                  <c:v>43448</c:v>
                </c:pt>
                <c:pt idx="57">
                  <c:v>43455</c:v>
                </c:pt>
                <c:pt idx="58">
                  <c:v>43462</c:v>
                </c:pt>
                <c:pt idx="59">
                  <c:v>43469</c:v>
                </c:pt>
                <c:pt idx="60">
                  <c:v>43476</c:v>
                </c:pt>
                <c:pt idx="61">
                  <c:v>43483</c:v>
                </c:pt>
                <c:pt idx="62">
                  <c:v>43490</c:v>
                </c:pt>
                <c:pt idx="63">
                  <c:v>43497</c:v>
                </c:pt>
                <c:pt idx="64">
                  <c:v>43504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700</c:v>
                </c:pt>
                <c:pt idx="1">
                  <c:v>690</c:v>
                </c:pt>
                <c:pt idx="2">
                  <c:v>400</c:v>
                </c:pt>
                <c:pt idx="3">
                  <c:v>440</c:v>
                </c:pt>
                <c:pt idx="4">
                  <c:v>530</c:v>
                </c:pt>
                <c:pt idx="5">
                  <c:v>440</c:v>
                </c:pt>
                <c:pt idx="6">
                  <c:v>410</c:v>
                </c:pt>
                <c:pt idx="7">
                  <c:v>580</c:v>
                </c:pt>
                <c:pt idx="8">
                  <c:v>750</c:v>
                </c:pt>
                <c:pt idx="9">
                  <c:v>810</c:v>
                </c:pt>
                <c:pt idx="10">
                  <c:v>720</c:v>
                </c:pt>
                <c:pt idx="11">
                  <c:v>640</c:v>
                </c:pt>
                <c:pt idx="12">
                  <c:v>490</c:v>
                </c:pt>
                <c:pt idx="13">
                  <c:v>480</c:v>
                </c:pt>
                <c:pt idx="14">
                  <c:v>460</c:v>
                </c:pt>
                <c:pt idx="15">
                  <c:v>530</c:v>
                </c:pt>
                <c:pt idx="16">
                  <c:v>510</c:v>
                </c:pt>
                <c:pt idx="17">
                  <c:v>610</c:v>
                </c:pt>
                <c:pt idx="18">
                  <c:v>530</c:v>
                </c:pt>
                <c:pt idx="19">
                  <c:v>550</c:v>
                </c:pt>
                <c:pt idx="20">
                  <c:v>580</c:v>
                </c:pt>
                <c:pt idx="21">
                  <c:v>520</c:v>
                </c:pt>
                <c:pt idx="22">
                  <c:v>470</c:v>
                </c:pt>
                <c:pt idx="23">
                  <c:v>500</c:v>
                </c:pt>
                <c:pt idx="24">
                  <c:v>410</c:v>
                </c:pt>
                <c:pt idx="25">
                  <c:v>550</c:v>
                </c:pt>
                <c:pt idx="26">
                  <c:v>490</c:v>
                </c:pt>
                <c:pt idx="27">
                  <c:v>480</c:v>
                </c:pt>
                <c:pt idx="28">
                  <c:v>520</c:v>
                </c:pt>
                <c:pt idx="29">
                  <c:v>490</c:v>
                </c:pt>
                <c:pt idx="30">
                  <c:v>500</c:v>
                </c:pt>
                <c:pt idx="31">
                  <c:v>530</c:v>
                </c:pt>
                <c:pt idx="32">
                  <c:v>490</c:v>
                </c:pt>
                <c:pt idx="33">
                  <c:v>540</c:v>
                </c:pt>
                <c:pt idx="34">
                  <c:v>560</c:v>
                </c:pt>
                <c:pt idx="35">
                  <c:v>540</c:v>
                </c:pt>
                <c:pt idx="36">
                  <c:v>630</c:v>
                </c:pt>
                <c:pt idx="37">
                  <c:v>720</c:v>
                </c:pt>
                <c:pt idx="38">
                  <c:v>650</c:v>
                </c:pt>
                <c:pt idx="39">
                  <c:v>650</c:v>
                </c:pt>
                <c:pt idx="40">
                  <c:v>600</c:v>
                </c:pt>
                <c:pt idx="41">
                  <c:v>490</c:v>
                </c:pt>
                <c:pt idx="42">
                  <c:v>540</c:v>
                </c:pt>
                <c:pt idx="43">
                  <c:v>520</c:v>
                </c:pt>
                <c:pt idx="44">
                  <c:v>470</c:v>
                </c:pt>
                <c:pt idx="45">
                  <c:v>540</c:v>
                </c:pt>
                <c:pt idx="46">
                  <c:v>500</c:v>
                </c:pt>
                <c:pt idx="47">
                  <c:v>520</c:v>
                </c:pt>
                <c:pt idx="48">
                  <c:v>490</c:v>
                </c:pt>
                <c:pt idx="49">
                  <c:v>420</c:v>
                </c:pt>
                <c:pt idx="50">
                  <c:v>490</c:v>
                </c:pt>
                <c:pt idx="51">
                  <c:v>690</c:v>
                </c:pt>
                <c:pt idx="52">
                  <c:v>710</c:v>
                </c:pt>
                <c:pt idx="53">
                  <c:v>650</c:v>
                </c:pt>
                <c:pt idx="54">
                  <c:v>450</c:v>
                </c:pt>
                <c:pt idx="55">
                  <c:v>450</c:v>
                </c:pt>
                <c:pt idx="56">
                  <c:v>570</c:v>
                </c:pt>
                <c:pt idx="57">
                  <c:v>510</c:v>
                </c:pt>
                <c:pt idx="58">
                  <c:v>440</c:v>
                </c:pt>
                <c:pt idx="59">
                  <c:v>530</c:v>
                </c:pt>
                <c:pt idx="60">
                  <c:v>850</c:v>
                </c:pt>
                <c:pt idx="61">
                  <c:v>880</c:v>
                </c:pt>
                <c:pt idx="62">
                  <c:v>850</c:v>
                </c:pt>
                <c:pt idx="63">
                  <c:v>710</c:v>
                </c:pt>
                <c:pt idx="64">
                  <c:v>560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43056</c:v>
                </c:pt>
                <c:pt idx="1">
                  <c:v>43063</c:v>
                </c:pt>
                <c:pt idx="2">
                  <c:v>43070</c:v>
                </c:pt>
                <c:pt idx="3">
                  <c:v>43077</c:v>
                </c:pt>
                <c:pt idx="4">
                  <c:v>43084</c:v>
                </c:pt>
                <c:pt idx="5">
                  <c:v>43091</c:v>
                </c:pt>
                <c:pt idx="6">
                  <c:v>43098</c:v>
                </c:pt>
                <c:pt idx="7">
                  <c:v>43105</c:v>
                </c:pt>
                <c:pt idx="8">
                  <c:v>43112</c:v>
                </c:pt>
                <c:pt idx="9">
                  <c:v>43119</c:v>
                </c:pt>
                <c:pt idx="10">
                  <c:v>43126</c:v>
                </c:pt>
                <c:pt idx="11">
                  <c:v>43133</c:v>
                </c:pt>
                <c:pt idx="12">
                  <c:v>43140</c:v>
                </c:pt>
                <c:pt idx="13">
                  <c:v>43147</c:v>
                </c:pt>
                <c:pt idx="14">
                  <c:v>43154</c:v>
                </c:pt>
                <c:pt idx="15">
                  <c:v>43161</c:v>
                </c:pt>
                <c:pt idx="16">
                  <c:v>43168</c:v>
                </c:pt>
                <c:pt idx="17">
                  <c:v>43175</c:v>
                </c:pt>
                <c:pt idx="18">
                  <c:v>43182</c:v>
                </c:pt>
                <c:pt idx="19">
                  <c:v>43189</c:v>
                </c:pt>
                <c:pt idx="20">
                  <c:v>43196</c:v>
                </c:pt>
                <c:pt idx="21">
                  <c:v>43203</c:v>
                </c:pt>
                <c:pt idx="22">
                  <c:v>43210</c:v>
                </c:pt>
                <c:pt idx="23">
                  <c:v>43217</c:v>
                </c:pt>
                <c:pt idx="24">
                  <c:v>43224</c:v>
                </c:pt>
                <c:pt idx="25">
                  <c:v>43231</c:v>
                </c:pt>
                <c:pt idx="26">
                  <c:v>43238</c:v>
                </c:pt>
                <c:pt idx="27">
                  <c:v>43245</c:v>
                </c:pt>
                <c:pt idx="28">
                  <c:v>43252</c:v>
                </c:pt>
                <c:pt idx="29">
                  <c:v>43259</c:v>
                </c:pt>
                <c:pt idx="30">
                  <c:v>43266</c:v>
                </c:pt>
                <c:pt idx="31">
                  <c:v>43273</c:v>
                </c:pt>
                <c:pt idx="32">
                  <c:v>43280</c:v>
                </c:pt>
                <c:pt idx="33">
                  <c:v>43287</c:v>
                </c:pt>
                <c:pt idx="34">
                  <c:v>43294</c:v>
                </c:pt>
                <c:pt idx="35">
                  <c:v>43301</c:v>
                </c:pt>
                <c:pt idx="36">
                  <c:v>43308</c:v>
                </c:pt>
                <c:pt idx="37">
                  <c:v>43315</c:v>
                </c:pt>
                <c:pt idx="38">
                  <c:v>43322</c:v>
                </c:pt>
                <c:pt idx="39">
                  <c:v>43329</c:v>
                </c:pt>
                <c:pt idx="40">
                  <c:v>43336</c:v>
                </c:pt>
                <c:pt idx="41">
                  <c:v>43343</c:v>
                </c:pt>
                <c:pt idx="42">
                  <c:v>43350</c:v>
                </c:pt>
                <c:pt idx="43">
                  <c:v>43357</c:v>
                </c:pt>
                <c:pt idx="44">
                  <c:v>43364</c:v>
                </c:pt>
                <c:pt idx="45">
                  <c:v>43371</c:v>
                </c:pt>
                <c:pt idx="46">
                  <c:v>43378</c:v>
                </c:pt>
                <c:pt idx="47">
                  <c:v>43385</c:v>
                </c:pt>
                <c:pt idx="48">
                  <c:v>43392</c:v>
                </c:pt>
                <c:pt idx="49">
                  <c:v>43399</c:v>
                </c:pt>
                <c:pt idx="50">
                  <c:v>43406</c:v>
                </c:pt>
                <c:pt idx="51">
                  <c:v>43413</c:v>
                </c:pt>
                <c:pt idx="52">
                  <c:v>43420</c:v>
                </c:pt>
                <c:pt idx="53">
                  <c:v>43427</c:v>
                </c:pt>
                <c:pt idx="54">
                  <c:v>43434</c:v>
                </c:pt>
                <c:pt idx="55">
                  <c:v>43441</c:v>
                </c:pt>
                <c:pt idx="56">
                  <c:v>43448</c:v>
                </c:pt>
                <c:pt idx="57">
                  <c:v>43455</c:v>
                </c:pt>
                <c:pt idx="58">
                  <c:v>43462</c:v>
                </c:pt>
                <c:pt idx="59">
                  <c:v>43469</c:v>
                </c:pt>
                <c:pt idx="60">
                  <c:v>43476</c:v>
                </c:pt>
                <c:pt idx="61">
                  <c:v>43483</c:v>
                </c:pt>
                <c:pt idx="62">
                  <c:v>43490</c:v>
                </c:pt>
                <c:pt idx="63">
                  <c:v>43497</c:v>
                </c:pt>
                <c:pt idx="64">
                  <c:v>43504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1020</c:v>
                </c:pt>
                <c:pt idx="1">
                  <c:v>1020</c:v>
                </c:pt>
                <c:pt idx="2">
                  <c:v>530</c:v>
                </c:pt>
                <c:pt idx="3">
                  <c:v>580</c:v>
                </c:pt>
                <c:pt idx="4">
                  <c:v>750</c:v>
                </c:pt>
                <c:pt idx="5">
                  <c:v>610</c:v>
                </c:pt>
                <c:pt idx="6">
                  <c:v>630</c:v>
                </c:pt>
                <c:pt idx="7">
                  <c:v>820</c:v>
                </c:pt>
                <c:pt idx="8">
                  <c:v>1120</c:v>
                </c:pt>
                <c:pt idx="9">
                  <c:v>1050</c:v>
                </c:pt>
                <c:pt idx="10">
                  <c:v>1010</c:v>
                </c:pt>
                <c:pt idx="11">
                  <c:v>900</c:v>
                </c:pt>
                <c:pt idx="12">
                  <c:v>690</c:v>
                </c:pt>
                <c:pt idx="13">
                  <c:v>640</c:v>
                </c:pt>
                <c:pt idx="14">
                  <c:v>630</c:v>
                </c:pt>
                <c:pt idx="15">
                  <c:v>710</c:v>
                </c:pt>
                <c:pt idx="16">
                  <c:v>690</c:v>
                </c:pt>
                <c:pt idx="17">
                  <c:v>820</c:v>
                </c:pt>
                <c:pt idx="18">
                  <c:v>770</c:v>
                </c:pt>
                <c:pt idx="19">
                  <c:v>770</c:v>
                </c:pt>
                <c:pt idx="20">
                  <c:v>770</c:v>
                </c:pt>
                <c:pt idx="21">
                  <c:v>730</c:v>
                </c:pt>
                <c:pt idx="22">
                  <c:v>670</c:v>
                </c:pt>
                <c:pt idx="23">
                  <c:v>680</c:v>
                </c:pt>
                <c:pt idx="24">
                  <c:v>590</c:v>
                </c:pt>
                <c:pt idx="25">
                  <c:v>720</c:v>
                </c:pt>
                <c:pt idx="26">
                  <c:v>690</c:v>
                </c:pt>
                <c:pt idx="27">
                  <c:v>660</c:v>
                </c:pt>
                <c:pt idx="28">
                  <c:v>700</c:v>
                </c:pt>
                <c:pt idx="29">
                  <c:v>660</c:v>
                </c:pt>
                <c:pt idx="30">
                  <c:v>660</c:v>
                </c:pt>
                <c:pt idx="31">
                  <c:v>700</c:v>
                </c:pt>
                <c:pt idx="32">
                  <c:v>670</c:v>
                </c:pt>
                <c:pt idx="33">
                  <c:v>730</c:v>
                </c:pt>
                <c:pt idx="34">
                  <c:v>770</c:v>
                </c:pt>
                <c:pt idx="35">
                  <c:v>740</c:v>
                </c:pt>
                <c:pt idx="36">
                  <c:v>860</c:v>
                </c:pt>
                <c:pt idx="37">
                  <c:v>1040</c:v>
                </c:pt>
                <c:pt idx="38">
                  <c:v>940</c:v>
                </c:pt>
                <c:pt idx="39">
                  <c:v>940</c:v>
                </c:pt>
                <c:pt idx="40">
                  <c:v>790</c:v>
                </c:pt>
                <c:pt idx="41">
                  <c:v>700</c:v>
                </c:pt>
                <c:pt idx="42">
                  <c:v>760</c:v>
                </c:pt>
                <c:pt idx="43">
                  <c:v>720</c:v>
                </c:pt>
                <c:pt idx="44">
                  <c:v>730</c:v>
                </c:pt>
                <c:pt idx="45">
                  <c:v>760</c:v>
                </c:pt>
                <c:pt idx="46">
                  <c:v>700</c:v>
                </c:pt>
                <c:pt idx="47">
                  <c:v>680</c:v>
                </c:pt>
                <c:pt idx="48">
                  <c:v>650</c:v>
                </c:pt>
                <c:pt idx="49">
                  <c:v>570</c:v>
                </c:pt>
                <c:pt idx="50">
                  <c:v>620</c:v>
                </c:pt>
                <c:pt idx="51">
                  <c:v>1010</c:v>
                </c:pt>
                <c:pt idx="52">
                  <c:v>950</c:v>
                </c:pt>
                <c:pt idx="53">
                  <c:v>950</c:v>
                </c:pt>
                <c:pt idx="54">
                  <c:v>610</c:v>
                </c:pt>
                <c:pt idx="55">
                  <c:v>610</c:v>
                </c:pt>
                <c:pt idx="56">
                  <c:v>810</c:v>
                </c:pt>
                <c:pt idx="57">
                  <c:v>700</c:v>
                </c:pt>
                <c:pt idx="58">
                  <c:v>610</c:v>
                </c:pt>
                <c:pt idx="59">
                  <c:v>760</c:v>
                </c:pt>
                <c:pt idx="60">
                  <c:v>1210</c:v>
                </c:pt>
                <c:pt idx="61">
                  <c:v>1180</c:v>
                </c:pt>
                <c:pt idx="62">
                  <c:v>1140</c:v>
                </c:pt>
                <c:pt idx="63">
                  <c:v>980</c:v>
                </c:pt>
                <c:pt idx="64">
                  <c:v>770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43056</c:v>
                </c:pt>
                <c:pt idx="1">
                  <c:v>43063</c:v>
                </c:pt>
                <c:pt idx="2">
                  <c:v>43070</c:v>
                </c:pt>
                <c:pt idx="3">
                  <c:v>43077</c:v>
                </c:pt>
                <c:pt idx="4">
                  <c:v>43084</c:v>
                </c:pt>
                <c:pt idx="5">
                  <c:v>43091</c:v>
                </c:pt>
                <c:pt idx="6">
                  <c:v>43098</c:v>
                </c:pt>
                <c:pt idx="7">
                  <c:v>43105</c:v>
                </c:pt>
                <c:pt idx="8">
                  <c:v>43112</c:v>
                </c:pt>
                <c:pt idx="9">
                  <c:v>43119</c:v>
                </c:pt>
                <c:pt idx="10">
                  <c:v>43126</c:v>
                </c:pt>
                <c:pt idx="11">
                  <c:v>43133</c:v>
                </c:pt>
                <c:pt idx="12">
                  <c:v>43140</c:v>
                </c:pt>
                <c:pt idx="13">
                  <c:v>43147</c:v>
                </c:pt>
                <c:pt idx="14">
                  <c:v>43154</c:v>
                </c:pt>
                <c:pt idx="15">
                  <c:v>43161</c:v>
                </c:pt>
                <c:pt idx="16">
                  <c:v>43168</c:v>
                </c:pt>
                <c:pt idx="17">
                  <c:v>43175</c:v>
                </c:pt>
                <c:pt idx="18">
                  <c:v>43182</c:v>
                </c:pt>
                <c:pt idx="19">
                  <c:v>43189</c:v>
                </c:pt>
                <c:pt idx="20">
                  <c:v>43196</c:v>
                </c:pt>
                <c:pt idx="21">
                  <c:v>43203</c:v>
                </c:pt>
                <c:pt idx="22">
                  <c:v>43210</c:v>
                </c:pt>
                <c:pt idx="23">
                  <c:v>43217</c:v>
                </c:pt>
                <c:pt idx="24">
                  <c:v>43224</c:v>
                </c:pt>
                <c:pt idx="25">
                  <c:v>43231</c:v>
                </c:pt>
                <c:pt idx="26">
                  <c:v>43238</c:v>
                </c:pt>
                <c:pt idx="27">
                  <c:v>43245</c:v>
                </c:pt>
                <c:pt idx="28">
                  <c:v>43252</c:v>
                </c:pt>
                <c:pt idx="29">
                  <c:v>43259</c:v>
                </c:pt>
                <c:pt idx="30">
                  <c:v>43266</c:v>
                </c:pt>
                <c:pt idx="31">
                  <c:v>43273</c:v>
                </c:pt>
                <c:pt idx="32">
                  <c:v>43280</c:v>
                </c:pt>
                <c:pt idx="33">
                  <c:v>43287</c:v>
                </c:pt>
                <c:pt idx="34">
                  <c:v>43294</c:v>
                </c:pt>
                <c:pt idx="35">
                  <c:v>43301</c:v>
                </c:pt>
                <c:pt idx="36">
                  <c:v>43308</c:v>
                </c:pt>
                <c:pt idx="37">
                  <c:v>43315</c:v>
                </c:pt>
                <c:pt idx="38">
                  <c:v>43322</c:v>
                </c:pt>
                <c:pt idx="39">
                  <c:v>43329</c:v>
                </c:pt>
                <c:pt idx="40">
                  <c:v>43336</c:v>
                </c:pt>
                <c:pt idx="41">
                  <c:v>43343</c:v>
                </c:pt>
                <c:pt idx="42">
                  <c:v>43350</c:v>
                </c:pt>
                <c:pt idx="43">
                  <c:v>43357</c:v>
                </c:pt>
                <c:pt idx="44">
                  <c:v>43364</c:v>
                </c:pt>
                <c:pt idx="45">
                  <c:v>43371</c:v>
                </c:pt>
                <c:pt idx="46">
                  <c:v>43378</c:v>
                </c:pt>
                <c:pt idx="47">
                  <c:v>43385</c:v>
                </c:pt>
                <c:pt idx="48">
                  <c:v>43392</c:v>
                </c:pt>
                <c:pt idx="49">
                  <c:v>43399</c:v>
                </c:pt>
                <c:pt idx="50">
                  <c:v>43406</c:v>
                </c:pt>
                <c:pt idx="51">
                  <c:v>43413</c:v>
                </c:pt>
                <c:pt idx="52">
                  <c:v>43420</c:v>
                </c:pt>
                <c:pt idx="53">
                  <c:v>43427</c:v>
                </c:pt>
                <c:pt idx="54">
                  <c:v>43434</c:v>
                </c:pt>
                <c:pt idx="55">
                  <c:v>43441</c:v>
                </c:pt>
                <c:pt idx="56">
                  <c:v>43448</c:v>
                </c:pt>
                <c:pt idx="57">
                  <c:v>43455</c:v>
                </c:pt>
                <c:pt idx="58">
                  <c:v>43462</c:v>
                </c:pt>
                <c:pt idx="59">
                  <c:v>43469</c:v>
                </c:pt>
                <c:pt idx="60">
                  <c:v>43476</c:v>
                </c:pt>
                <c:pt idx="61">
                  <c:v>43483</c:v>
                </c:pt>
                <c:pt idx="62">
                  <c:v>43490</c:v>
                </c:pt>
                <c:pt idx="63">
                  <c:v>43497</c:v>
                </c:pt>
                <c:pt idx="64">
                  <c:v>43504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710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3/11/2019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3/11/2019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4450298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Facial Tissue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7353068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104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53%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13%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35%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65%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41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605005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Paper Goods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Facial Tissue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609332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475K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1.6%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6.7%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913072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35%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32%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1281</TotalTime>
  <Words>135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Facial Tissue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357</cp:revision>
  <dcterms:created xsi:type="dcterms:W3CDTF">2018-12-12T20:08:26Z</dcterms:created>
  <dcterms:modified xsi:type="dcterms:W3CDTF">2019-03-11T20:16:21Z</dcterms:modified>
</cp:coreProperties>
</file>