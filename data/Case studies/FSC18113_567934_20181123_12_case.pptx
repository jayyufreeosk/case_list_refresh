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580</c:v>
                </c:pt>
                <c:pt idx="1">
                  <c:v>1010</c:v>
                </c:pt>
                <c:pt idx="2">
                  <c:v>940</c:v>
                </c:pt>
                <c:pt idx="3">
                  <c:v>930</c:v>
                </c:pt>
                <c:pt idx="4">
                  <c:v>500</c:v>
                </c:pt>
                <c:pt idx="5">
                  <c:v>570</c:v>
                </c:pt>
                <c:pt idx="6">
                  <c:v>730</c:v>
                </c:pt>
                <c:pt idx="7">
                  <c:v>590</c:v>
                </c:pt>
                <c:pt idx="8">
                  <c:v>620</c:v>
                </c:pt>
                <c:pt idx="9">
                  <c:v>820</c:v>
                </c:pt>
                <c:pt idx="10">
                  <c:v>1130</c:v>
                </c:pt>
                <c:pt idx="11">
                  <c:v>1000</c:v>
                </c:pt>
                <c:pt idx="12">
                  <c:v>930</c:v>
                </c:pt>
                <c:pt idx="13">
                  <c:v>870</c:v>
                </c:pt>
                <c:pt idx="14">
                  <c:v>670</c:v>
                </c:pt>
                <c:pt idx="15">
                  <c:v>610</c:v>
                </c:pt>
                <c:pt idx="16">
                  <c:v>590</c:v>
                </c:pt>
                <c:pt idx="17">
                  <c:v>680</c:v>
                </c:pt>
                <c:pt idx="18">
                  <c:v>660</c:v>
                </c:pt>
                <c:pt idx="19">
                  <c:v>800</c:v>
                </c:pt>
                <c:pt idx="20">
                  <c:v>740</c:v>
                </c:pt>
                <c:pt idx="21">
                  <c:v>740</c:v>
                </c:pt>
                <c:pt idx="22">
                  <c:v>740</c:v>
                </c:pt>
                <c:pt idx="23">
                  <c:v>680</c:v>
                </c:pt>
                <c:pt idx="24">
                  <c:v>630</c:v>
                </c:pt>
                <c:pt idx="25">
                  <c:v>630</c:v>
                </c:pt>
                <c:pt idx="26">
                  <c:v>550</c:v>
                </c:pt>
                <c:pt idx="27">
                  <c:v>690</c:v>
                </c:pt>
                <c:pt idx="28">
                  <c:v>660</c:v>
                </c:pt>
                <c:pt idx="29">
                  <c:v>630</c:v>
                </c:pt>
                <c:pt idx="30">
                  <c:v>660</c:v>
                </c:pt>
                <c:pt idx="31">
                  <c:v>620</c:v>
                </c:pt>
                <c:pt idx="32">
                  <c:v>650</c:v>
                </c:pt>
                <c:pt idx="33">
                  <c:v>670</c:v>
                </c:pt>
                <c:pt idx="34">
                  <c:v>630</c:v>
                </c:pt>
                <c:pt idx="35">
                  <c:v>710</c:v>
                </c:pt>
                <c:pt idx="36">
                  <c:v>760</c:v>
                </c:pt>
                <c:pt idx="37">
                  <c:v>710</c:v>
                </c:pt>
                <c:pt idx="38">
                  <c:v>820</c:v>
                </c:pt>
                <c:pt idx="39">
                  <c:v>950</c:v>
                </c:pt>
                <c:pt idx="40">
                  <c:v>860</c:v>
                </c:pt>
                <c:pt idx="41">
                  <c:v>860</c:v>
                </c:pt>
                <c:pt idx="42">
                  <c:v>730</c:v>
                </c:pt>
                <c:pt idx="43">
                  <c:v>640</c:v>
                </c:pt>
                <c:pt idx="44">
                  <c:v>710</c:v>
                </c:pt>
                <c:pt idx="45">
                  <c:v>680</c:v>
                </c:pt>
                <c:pt idx="46">
                  <c:v>680</c:v>
                </c:pt>
                <c:pt idx="47">
                  <c:v>700</c:v>
                </c:pt>
                <c:pt idx="48">
                  <c:v>650</c:v>
                </c:pt>
                <c:pt idx="49">
                  <c:v>660</c:v>
                </c:pt>
                <c:pt idx="50">
                  <c:v>640</c:v>
                </c:pt>
                <c:pt idx="51">
                  <c:v>560</c:v>
                </c:pt>
                <c:pt idx="52">
                  <c:v>630</c:v>
                </c:pt>
                <c:pt idx="53">
                  <c:v>970</c:v>
                </c:pt>
                <c:pt idx="54">
                  <c:v>910</c:v>
                </c:pt>
                <c:pt idx="55">
                  <c:v>910</c:v>
                </c:pt>
                <c:pt idx="56">
                  <c:v>570</c:v>
                </c:pt>
                <c:pt idx="57">
                  <c:v>560</c:v>
                </c:pt>
                <c:pt idx="58">
                  <c:v>770</c:v>
                </c:pt>
                <c:pt idx="59">
                  <c:v>670</c:v>
                </c:pt>
                <c:pt idx="60">
                  <c:v>580</c:v>
                </c:pt>
                <c:pt idx="61">
                  <c:v>740</c:v>
                </c:pt>
                <c:pt idx="62">
                  <c:v>1130</c:v>
                </c:pt>
                <c:pt idx="63">
                  <c:v>1170</c:v>
                </c:pt>
                <c:pt idx="64">
                  <c:v>1090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610</c:v>
                </c:pt>
                <c:pt idx="1">
                  <c:v>1060</c:v>
                </c:pt>
                <c:pt idx="2">
                  <c:v>1010</c:v>
                </c:pt>
                <c:pt idx="3">
                  <c:v>1020</c:v>
                </c:pt>
                <c:pt idx="4">
                  <c:v>530</c:v>
                </c:pt>
                <c:pt idx="5">
                  <c:v>570</c:v>
                </c:pt>
                <c:pt idx="6">
                  <c:v>730</c:v>
                </c:pt>
                <c:pt idx="7">
                  <c:v>600</c:v>
                </c:pt>
                <c:pt idx="8">
                  <c:v>610</c:v>
                </c:pt>
                <c:pt idx="9">
                  <c:v>800</c:v>
                </c:pt>
                <c:pt idx="10">
                  <c:v>950</c:v>
                </c:pt>
                <c:pt idx="11">
                  <c:v>1040</c:v>
                </c:pt>
                <c:pt idx="12">
                  <c:v>1020</c:v>
                </c:pt>
                <c:pt idx="13">
                  <c:v>880</c:v>
                </c:pt>
                <c:pt idx="14">
                  <c:v>680</c:v>
                </c:pt>
                <c:pt idx="15">
                  <c:v>640</c:v>
                </c:pt>
                <c:pt idx="16">
                  <c:v>630</c:v>
                </c:pt>
                <c:pt idx="17">
                  <c:v>710</c:v>
                </c:pt>
                <c:pt idx="18">
                  <c:v>680</c:v>
                </c:pt>
                <c:pt idx="19">
                  <c:v>800</c:v>
                </c:pt>
                <c:pt idx="20">
                  <c:v>760</c:v>
                </c:pt>
                <c:pt idx="21">
                  <c:v>770</c:v>
                </c:pt>
                <c:pt idx="22">
                  <c:v>760</c:v>
                </c:pt>
                <c:pt idx="23">
                  <c:v>730</c:v>
                </c:pt>
                <c:pt idx="24">
                  <c:v>670</c:v>
                </c:pt>
                <c:pt idx="25">
                  <c:v>670</c:v>
                </c:pt>
                <c:pt idx="26">
                  <c:v>590</c:v>
                </c:pt>
                <c:pt idx="27">
                  <c:v>710</c:v>
                </c:pt>
                <c:pt idx="28">
                  <c:v>680</c:v>
                </c:pt>
                <c:pt idx="29">
                  <c:v>660</c:v>
                </c:pt>
                <c:pt idx="30">
                  <c:v>700</c:v>
                </c:pt>
                <c:pt idx="31">
                  <c:v>650</c:v>
                </c:pt>
                <c:pt idx="32">
                  <c:v>650</c:v>
                </c:pt>
                <c:pt idx="33">
                  <c:v>690</c:v>
                </c:pt>
                <c:pt idx="34">
                  <c:v>670</c:v>
                </c:pt>
                <c:pt idx="35">
                  <c:v>720</c:v>
                </c:pt>
                <c:pt idx="36">
                  <c:v>750</c:v>
                </c:pt>
                <c:pt idx="37">
                  <c:v>730</c:v>
                </c:pt>
                <c:pt idx="38">
                  <c:v>860</c:v>
                </c:pt>
                <c:pt idx="39">
                  <c:v>1040</c:v>
                </c:pt>
                <c:pt idx="40">
                  <c:v>940</c:v>
                </c:pt>
                <c:pt idx="41">
                  <c:v>940</c:v>
                </c:pt>
                <c:pt idx="42">
                  <c:v>790</c:v>
                </c:pt>
                <c:pt idx="43">
                  <c:v>690</c:v>
                </c:pt>
                <c:pt idx="44">
                  <c:v>750</c:v>
                </c:pt>
                <c:pt idx="45">
                  <c:v>720</c:v>
                </c:pt>
                <c:pt idx="46">
                  <c:v>730</c:v>
                </c:pt>
                <c:pt idx="47">
                  <c:v>760</c:v>
                </c:pt>
                <c:pt idx="48">
                  <c:v>690</c:v>
                </c:pt>
                <c:pt idx="49">
                  <c:v>680</c:v>
                </c:pt>
                <c:pt idx="50">
                  <c:v>640</c:v>
                </c:pt>
                <c:pt idx="51">
                  <c:v>560</c:v>
                </c:pt>
                <c:pt idx="52">
                  <c:v>600</c:v>
                </c:pt>
                <c:pt idx="53">
                  <c:v>990</c:v>
                </c:pt>
                <c:pt idx="54">
                  <c:v>930</c:v>
                </c:pt>
                <c:pt idx="55">
                  <c:v>940</c:v>
                </c:pt>
                <c:pt idx="56">
                  <c:v>600</c:v>
                </c:pt>
                <c:pt idx="57">
                  <c:v>620</c:v>
                </c:pt>
                <c:pt idx="58">
                  <c:v>800</c:v>
                </c:pt>
                <c:pt idx="59">
                  <c:v>690</c:v>
                </c:pt>
                <c:pt idx="60">
                  <c:v>600</c:v>
                </c:pt>
                <c:pt idx="61">
                  <c:v>750</c:v>
                </c:pt>
                <c:pt idx="62">
                  <c:v>1210</c:v>
                </c:pt>
                <c:pt idx="63">
                  <c:v>1150</c:v>
                </c:pt>
                <c:pt idx="64">
                  <c:v>1130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40730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Facial Tissue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96006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472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151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500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Paper Goods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Facial Tissue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58915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1.7M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72165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Facial Tissue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348</cp:revision>
  <dcterms:created xsi:type="dcterms:W3CDTF">2018-12-12T20:08:26Z</dcterms:created>
  <dcterms:modified xsi:type="dcterms:W3CDTF">2019-02-25T19:27:00Z</dcterms:modified>
</cp:coreProperties>
</file>