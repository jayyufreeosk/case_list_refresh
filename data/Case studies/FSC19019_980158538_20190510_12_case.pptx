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6" d="100"/>
          <a:sy n="36" d="100"/>
        </p:scale>
        <p:origin x="1158" y="96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43448</c:v>
                </c:pt>
                <c:pt idx="35">
                  <c:v>43455</c:v>
                </c:pt>
                <c:pt idx="36">
                  <c:v>43462</c:v>
                </c:pt>
                <c:pt idx="37">
                  <c:v>43469</c:v>
                </c:pt>
                <c:pt idx="38">
                  <c:v>43476</c:v>
                </c:pt>
                <c:pt idx="39">
                  <c:v>43483</c:v>
                </c:pt>
                <c:pt idx="40">
                  <c:v>43490</c:v>
                </c:pt>
                <c:pt idx="41">
                  <c:v>43497</c:v>
                </c:pt>
                <c:pt idx="42">
                  <c:v>43504</c:v>
                </c:pt>
                <c:pt idx="43">
                  <c:v>43511</c:v>
                </c:pt>
                <c:pt idx="44">
                  <c:v>43518</c:v>
                </c:pt>
                <c:pt idx="45">
                  <c:v>43525</c:v>
                </c:pt>
                <c:pt idx="46">
                  <c:v>43532</c:v>
                </c:pt>
                <c:pt idx="47">
                  <c:v>43539</c:v>
                </c:pt>
                <c:pt idx="48">
                  <c:v>43546</c:v>
                </c:pt>
                <c:pt idx="49">
                  <c:v>43553</c:v>
                </c:pt>
                <c:pt idx="50">
                  <c:v>43560</c:v>
                </c:pt>
                <c:pt idx="51">
                  <c:v>43567</c:v>
                </c:pt>
                <c:pt idx="52">
                  <c:v>43574</c:v>
                </c:pt>
                <c:pt idx="53">
                  <c:v>43581</c:v>
                </c:pt>
                <c:pt idx="54">
                  <c:v>43588</c:v>
                </c:pt>
                <c:pt idx="55">
                  <c:v>43595</c:v>
                </c:pt>
                <c:pt idx="56">
                  <c:v>43602</c:v>
                </c:pt>
                <c:pt idx="57">
                  <c:v>43609</c:v>
                </c:pt>
                <c:pt idx="58">
                  <c:v>43616</c:v>
                </c:pt>
                <c:pt idx="59">
                  <c:v>43623</c:v>
                </c:pt>
                <c:pt idx="60">
                  <c:v>43630</c:v>
                </c:pt>
                <c:pt idx="61">
                  <c:v>43637</c:v>
                </c:pt>
                <c:pt idx="62">
                  <c:v>43644</c:v>
                </c:pt>
                <c:pt idx="63">
                  <c:v>43651</c:v>
                </c:pt>
                <c:pt idx="64">
                  <c:v>43658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0</c:v>
                </c:pt>
                <c:pt idx="35">
                  <c:v>20</c:v>
                </c:pt>
                <c:pt idx="36">
                  <c:v>70</c:v>
                </c:pt>
                <c:pt idx="37">
                  <c:v>110</c:v>
                </c:pt>
                <c:pt idx="38">
                  <c:v>160</c:v>
                </c:pt>
                <c:pt idx="39">
                  <c:v>200</c:v>
                </c:pt>
                <c:pt idx="40">
                  <c:v>230</c:v>
                </c:pt>
                <c:pt idx="41">
                  <c:v>330</c:v>
                </c:pt>
                <c:pt idx="42">
                  <c:v>530</c:v>
                </c:pt>
                <c:pt idx="43">
                  <c:v>500</c:v>
                </c:pt>
                <c:pt idx="44">
                  <c:v>450</c:v>
                </c:pt>
                <c:pt idx="45">
                  <c:v>430</c:v>
                </c:pt>
                <c:pt idx="46">
                  <c:v>350</c:v>
                </c:pt>
                <c:pt idx="47">
                  <c:v>340</c:v>
                </c:pt>
                <c:pt idx="48">
                  <c:v>340</c:v>
                </c:pt>
                <c:pt idx="49">
                  <c:v>320</c:v>
                </c:pt>
                <c:pt idx="50">
                  <c:v>370</c:v>
                </c:pt>
                <c:pt idx="51">
                  <c:v>380</c:v>
                </c:pt>
                <c:pt idx="52">
                  <c:v>370</c:v>
                </c:pt>
                <c:pt idx="53">
                  <c:v>360</c:v>
                </c:pt>
                <c:pt idx="54">
                  <c:v>340</c:v>
                </c:pt>
                <c:pt idx="55">
                  <c:v>370</c:v>
                </c:pt>
                <c:pt idx="56">
                  <c:v>380</c:v>
                </c:pt>
                <c:pt idx="57">
                  <c:v>440</c:v>
                </c:pt>
                <c:pt idx="58">
                  <c:v>570</c:v>
                </c:pt>
                <c:pt idx="59">
                  <c:v>560</c:v>
                </c:pt>
                <c:pt idx="60">
                  <c:v>530</c:v>
                </c:pt>
                <c:pt idx="61">
                  <c:v>470</c:v>
                </c:pt>
                <c:pt idx="62">
                  <c:v>370</c:v>
                </c:pt>
                <c:pt idx="63">
                  <c:v>380</c:v>
                </c:pt>
                <c:pt idx="64">
                  <c:v>420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43448</c:v>
                </c:pt>
                <c:pt idx="35">
                  <c:v>43455</c:v>
                </c:pt>
                <c:pt idx="36">
                  <c:v>43462</c:v>
                </c:pt>
                <c:pt idx="37">
                  <c:v>43469</c:v>
                </c:pt>
                <c:pt idx="38">
                  <c:v>43476</c:v>
                </c:pt>
                <c:pt idx="39">
                  <c:v>43483</c:v>
                </c:pt>
                <c:pt idx="40">
                  <c:v>43490</c:v>
                </c:pt>
                <c:pt idx="41">
                  <c:v>43497</c:v>
                </c:pt>
                <c:pt idx="42">
                  <c:v>43504</c:v>
                </c:pt>
                <c:pt idx="43">
                  <c:v>43511</c:v>
                </c:pt>
                <c:pt idx="44">
                  <c:v>43518</c:v>
                </c:pt>
                <c:pt idx="45">
                  <c:v>43525</c:v>
                </c:pt>
                <c:pt idx="46">
                  <c:v>43532</c:v>
                </c:pt>
                <c:pt idx="47">
                  <c:v>43539</c:v>
                </c:pt>
                <c:pt idx="48">
                  <c:v>43546</c:v>
                </c:pt>
                <c:pt idx="49">
                  <c:v>43553</c:v>
                </c:pt>
                <c:pt idx="50">
                  <c:v>43560</c:v>
                </c:pt>
                <c:pt idx="51">
                  <c:v>43567</c:v>
                </c:pt>
                <c:pt idx="52">
                  <c:v>43574</c:v>
                </c:pt>
                <c:pt idx="53">
                  <c:v>43581</c:v>
                </c:pt>
                <c:pt idx="54">
                  <c:v>43588</c:v>
                </c:pt>
                <c:pt idx="55">
                  <c:v>43595</c:v>
                </c:pt>
                <c:pt idx="56">
                  <c:v>43602</c:v>
                </c:pt>
                <c:pt idx="57">
                  <c:v>43609</c:v>
                </c:pt>
                <c:pt idx="58">
                  <c:v>43616</c:v>
                </c:pt>
                <c:pt idx="59">
                  <c:v>43623</c:v>
                </c:pt>
                <c:pt idx="60">
                  <c:v>43630</c:v>
                </c:pt>
                <c:pt idx="61">
                  <c:v>43637</c:v>
                </c:pt>
                <c:pt idx="62">
                  <c:v>43644</c:v>
                </c:pt>
                <c:pt idx="63">
                  <c:v>43651</c:v>
                </c:pt>
                <c:pt idx="64">
                  <c:v>43658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0</c:v>
                </c:pt>
                <c:pt idx="35">
                  <c:v>30</c:v>
                </c:pt>
                <c:pt idx="36">
                  <c:v>100</c:v>
                </c:pt>
                <c:pt idx="37">
                  <c:v>180</c:v>
                </c:pt>
                <c:pt idx="38">
                  <c:v>280</c:v>
                </c:pt>
                <c:pt idx="39">
                  <c:v>380</c:v>
                </c:pt>
                <c:pt idx="40">
                  <c:v>450</c:v>
                </c:pt>
                <c:pt idx="41">
                  <c:v>600</c:v>
                </c:pt>
                <c:pt idx="42">
                  <c:v>910</c:v>
                </c:pt>
                <c:pt idx="43">
                  <c:v>870</c:v>
                </c:pt>
                <c:pt idx="44">
                  <c:v>890</c:v>
                </c:pt>
                <c:pt idx="45">
                  <c:v>750</c:v>
                </c:pt>
                <c:pt idx="46">
                  <c:v>620</c:v>
                </c:pt>
                <c:pt idx="47">
                  <c:v>610</c:v>
                </c:pt>
                <c:pt idx="48">
                  <c:v>630</c:v>
                </c:pt>
                <c:pt idx="49">
                  <c:v>570</c:v>
                </c:pt>
                <c:pt idx="50">
                  <c:v>640</c:v>
                </c:pt>
                <c:pt idx="51">
                  <c:v>650</c:v>
                </c:pt>
                <c:pt idx="52">
                  <c:v>630</c:v>
                </c:pt>
                <c:pt idx="53">
                  <c:v>630</c:v>
                </c:pt>
                <c:pt idx="54">
                  <c:v>610</c:v>
                </c:pt>
                <c:pt idx="55">
                  <c:v>650</c:v>
                </c:pt>
                <c:pt idx="56">
                  <c:v>670</c:v>
                </c:pt>
                <c:pt idx="57">
                  <c:v>740</c:v>
                </c:pt>
                <c:pt idx="58">
                  <c:v>990</c:v>
                </c:pt>
                <c:pt idx="59">
                  <c:v>960</c:v>
                </c:pt>
                <c:pt idx="60">
                  <c:v>930</c:v>
                </c:pt>
                <c:pt idx="61">
                  <c:v>780</c:v>
                </c:pt>
                <c:pt idx="62">
                  <c:v>650</c:v>
                </c:pt>
                <c:pt idx="63">
                  <c:v>650</c:v>
                </c:pt>
                <c:pt idx="64">
                  <c:v>690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25"/>
            <c:marker>
              <c:symbol val="none"/>
            </c:marker>
            <c:bubble3D val="0"/>
          </c:dPt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43448</c:v>
                </c:pt>
                <c:pt idx="35">
                  <c:v>43455</c:v>
                </c:pt>
                <c:pt idx="36">
                  <c:v>43462</c:v>
                </c:pt>
                <c:pt idx="37">
                  <c:v>43469</c:v>
                </c:pt>
                <c:pt idx="38">
                  <c:v>43476</c:v>
                </c:pt>
                <c:pt idx="39">
                  <c:v>43483</c:v>
                </c:pt>
                <c:pt idx="40">
                  <c:v>43490</c:v>
                </c:pt>
                <c:pt idx="41">
                  <c:v>43497</c:v>
                </c:pt>
                <c:pt idx="42">
                  <c:v>43504</c:v>
                </c:pt>
                <c:pt idx="43">
                  <c:v>43511</c:v>
                </c:pt>
                <c:pt idx="44">
                  <c:v>43518</c:v>
                </c:pt>
                <c:pt idx="45">
                  <c:v>43525</c:v>
                </c:pt>
                <c:pt idx="46">
                  <c:v>43532</c:v>
                </c:pt>
                <c:pt idx="47">
                  <c:v>43539</c:v>
                </c:pt>
                <c:pt idx="48">
                  <c:v>43546</c:v>
                </c:pt>
                <c:pt idx="49">
                  <c:v>43553</c:v>
                </c:pt>
                <c:pt idx="50">
                  <c:v>43560</c:v>
                </c:pt>
                <c:pt idx="51">
                  <c:v>43567</c:v>
                </c:pt>
                <c:pt idx="52">
                  <c:v>43574</c:v>
                </c:pt>
                <c:pt idx="53">
                  <c:v>43581</c:v>
                </c:pt>
                <c:pt idx="54">
                  <c:v>43588</c:v>
                </c:pt>
                <c:pt idx="55">
                  <c:v>43595</c:v>
                </c:pt>
                <c:pt idx="56">
                  <c:v>43602</c:v>
                </c:pt>
                <c:pt idx="57">
                  <c:v>43609</c:v>
                </c:pt>
                <c:pt idx="58">
                  <c:v>43616</c:v>
                </c:pt>
                <c:pt idx="59">
                  <c:v>43623</c:v>
                </c:pt>
                <c:pt idx="60">
                  <c:v>43630</c:v>
                </c:pt>
                <c:pt idx="61">
                  <c:v>43637</c:v>
                </c:pt>
                <c:pt idx="62">
                  <c:v>43644</c:v>
                </c:pt>
                <c:pt idx="63">
                  <c:v>43651</c:v>
                </c:pt>
                <c:pt idx="64">
                  <c:v>43658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370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14305989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Toothpaste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0624536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2,738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51%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34%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15%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85%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58625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384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Secondary Item (Merch)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743851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Health And Beauty Aids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Toothpaste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4152813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4.8M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207K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4.3%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1.3%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7.1%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24609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TIS Program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1627659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5%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1316</TotalTime>
  <Words>135</Words>
  <Application>Microsoft Office PowerPoint</Application>
  <PresentationFormat>Custom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PT Sans Caption</vt:lpstr>
      <vt:lpstr>Office Theme</vt:lpstr>
      <vt:lpstr>Toothpaste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368</cp:revision>
  <dcterms:created xsi:type="dcterms:W3CDTF">2018-12-12T20:08:26Z</dcterms:created>
  <dcterms:modified xsi:type="dcterms:W3CDTF">2019-08-13T14:02:55Z</dcterms:modified>
</cp:coreProperties>
</file>