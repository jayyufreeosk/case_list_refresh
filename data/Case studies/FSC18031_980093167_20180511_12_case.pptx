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258" y="102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43182</c:v>
                </c:pt>
                <c:pt idx="49">
                  <c:v>43189</c:v>
                </c:pt>
                <c:pt idx="50">
                  <c:v>43196</c:v>
                </c:pt>
                <c:pt idx="51">
                  <c:v>43203</c:v>
                </c:pt>
                <c:pt idx="52">
                  <c:v>43210</c:v>
                </c:pt>
                <c:pt idx="53">
                  <c:v>43217</c:v>
                </c:pt>
                <c:pt idx="54">
                  <c:v>43224</c:v>
                </c:pt>
                <c:pt idx="55">
                  <c:v>43231</c:v>
                </c:pt>
                <c:pt idx="56">
                  <c:v>43238</c:v>
                </c:pt>
                <c:pt idx="57">
                  <c:v>43245</c:v>
                </c:pt>
                <c:pt idx="58">
                  <c:v>43252</c:v>
                </c:pt>
                <c:pt idx="59">
                  <c:v>43259</c:v>
                </c:pt>
                <c:pt idx="60">
                  <c:v>43266</c:v>
                </c:pt>
                <c:pt idx="61">
                  <c:v>43273</c:v>
                </c:pt>
                <c:pt idx="62">
                  <c:v>43280</c:v>
                </c:pt>
                <c:pt idx="63">
                  <c:v>43287</c:v>
                </c:pt>
                <c:pt idx="64">
                  <c:v>43294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10</c:v>
                </c:pt>
                <c:pt idx="49">
                  <c:v>30</c:v>
                </c:pt>
                <c:pt idx="50">
                  <c:v>40</c:v>
                </c:pt>
                <c:pt idx="51">
                  <c:v>50</c:v>
                </c:pt>
                <c:pt idx="52">
                  <c:v>320</c:v>
                </c:pt>
                <c:pt idx="53">
                  <c:v>90</c:v>
                </c:pt>
                <c:pt idx="54">
                  <c:v>90</c:v>
                </c:pt>
                <c:pt idx="55">
                  <c:v>80</c:v>
                </c:pt>
                <c:pt idx="56">
                  <c:v>50</c:v>
                </c:pt>
                <c:pt idx="57">
                  <c:v>50</c:v>
                </c:pt>
                <c:pt idx="58">
                  <c:v>40</c:v>
                </c:pt>
                <c:pt idx="59">
                  <c:v>40</c:v>
                </c:pt>
                <c:pt idx="60">
                  <c:v>40</c:v>
                </c:pt>
                <c:pt idx="61">
                  <c:v>40</c:v>
                </c:pt>
                <c:pt idx="62">
                  <c:v>50</c:v>
                </c:pt>
                <c:pt idx="63">
                  <c:v>50</c:v>
                </c:pt>
                <c:pt idx="64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E38A-4A22-8799-1ABC059A619B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43182</c:v>
                </c:pt>
                <c:pt idx="49">
                  <c:v>43189</c:v>
                </c:pt>
                <c:pt idx="50">
                  <c:v>43196</c:v>
                </c:pt>
                <c:pt idx="51">
                  <c:v>43203</c:v>
                </c:pt>
                <c:pt idx="52">
                  <c:v>43210</c:v>
                </c:pt>
                <c:pt idx="53">
                  <c:v>43217</c:v>
                </c:pt>
                <c:pt idx="54">
                  <c:v>43224</c:v>
                </c:pt>
                <c:pt idx="55">
                  <c:v>43231</c:v>
                </c:pt>
                <c:pt idx="56">
                  <c:v>43238</c:v>
                </c:pt>
                <c:pt idx="57">
                  <c:v>43245</c:v>
                </c:pt>
                <c:pt idx="58">
                  <c:v>43252</c:v>
                </c:pt>
                <c:pt idx="59">
                  <c:v>43259</c:v>
                </c:pt>
                <c:pt idx="60">
                  <c:v>43266</c:v>
                </c:pt>
                <c:pt idx="61">
                  <c:v>43273</c:v>
                </c:pt>
                <c:pt idx="62">
                  <c:v>43280</c:v>
                </c:pt>
                <c:pt idx="63">
                  <c:v>43287</c:v>
                </c:pt>
                <c:pt idx="64">
                  <c:v>43294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 Control sales </c:v>
                      </c:pt>
                    </c:strCache>
                  </c:strRef>
                </c:tx>
                <c:spPr>
                  <a:ln w="12700" cap="rnd">
                    <a:solidFill>
                      <a:schemeClr val="tx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Sheet1!$A$2:$A$66</c15:sqref>
                        </c15:formulaRef>
                      </c:ext>
                    </c:extLst>
                    <c:numCache>
                      <c:formatCode>m/d/yyyy</c:formatCode>
                      <c:ptCount val="65"/>
                      <c:pt idx="0">
                        <c:v>#N/A</c:v>
                      </c:pt>
                      <c:pt idx="1">
                        <c:v>#N/A</c:v>
                      </c:pt>
                      <c:pt idx="2">
                        <c:v>#N/A</c:v>
                      </c:pt>
                      <c:pt idx="3">
                        <c:v>#N/A</c:v>
                      </c:pt>
                      <c:pt idx="4">
                        <c:v>#N/A</c:v>
                      </c:pt>
                      <c:pt idx="5">
                        <c:v>#N/A</c:v>
                      </c:pt>
                      <c:pt idx="6">
                        <c:v>#N/A</c:v>
                      </c:pt>
                      <c:pt idx="7">
                        <c:v>#N/A</c:v>
                      </c:pt>
                      <c:pt idx="8">
                        <c:v>#N/A</c:v>
                      </c:pt>
                      <c:pt idx="9">
                        <c:v>#N/A</c:v>
                      </c:pt>
                      <c:pt idx="10">
                        <c:v>#N/A</c:v>
                      </c:pt>
                      <c:pt idx="11">
                        <c:v>#N/A</c:v>
                      </c:pt>
                      <c:pt idx="12">
                        <c:v>#N/A</c:v>
                      </c:pt>
                      <c:pt idx="13">
                        <c:v>#N/A</c:v>
                      </c:pt>
                      <c:pt idx="14">
                        <c:v>#N/A</c:v>
                      </c:pt>
                      <c:pt idx="15">
                        <c:v>#N/A</c:v>
                      </c:pt>
                      <c:pt idx="16">
                        <c:v>#N/A</c:v>
                      </c:pt>
                      <c:pt idx="17">
                        <c:v>#N/A</c:v>
                      </c:pt>
                      <c:pt idx="18">
                        <c:v>#N/A</c:v>
                      </c:pt>
                      <c:pt idx="19">
                        <c:v>#N/A</c:v>
                      </c:pt>
                      <c:pt idx="20">
                        <c:v>#N/A</c:v>
                      </c:pt>
                      <c:pt idx="21">
                        <c:v>#N/A</c:v>
                      </c:pt>
                      <c:pt idx="22">
                        <c:v>#N/A</c:v>
                      </c:pt>
                      <c:pt idx="23">
                        <c:v>#N/A</c:v>
                      </c:pt>
                      <c:pt idx="24">
                        <c:v>#N/A</c:v>
                      </c:pt>
                      <c:pt idx="25">
                        <c:v>#N/A</c:v>
                      </c:pt>
                      <c:pt idx="26">
                        <c:v>#N/A</c:v>
                      </c:pt>
                      <c:pt idx="27">
                        <c:v>#N/A</c:v>
                      </c:pt>
                      <c:pt idx="28">
                        <c:v>#N/A</c:v>
                      </c:pt>
                      <c:pt idx="29">
                        <c:v>#N/A</c:v>
                      </c:pt>
                      <c:pt idx="30">
                        <c:v>#N/A</c:v>
                      </c:pt>
                      <c:pt idx="31">
                        <c:v>#N/A</c:v>
                      </c:pt>
                      <c:pt idx="32">
                        <c:v>#N/A</c:v>
                      </c:pt>
                      <c:pt idx="33">
                        <c:v>#N/A</c:v>
                      </c:pt>
                      <c:pt idx="34">
                        <c:v>#N/A</c:v>
                      </c:pt>
                      <c:pt idx="35">
                        <c:v>#N/A</c:v>
                      </c:pt>
                      <c:pt idx="36">
                        <c:v>#N/A</c:v>
                      </c:pt>
                      <c:pt idx="37">
                        <c:v>#N/A</c:v>
                      </c:pt>
                      <c:pt idx="38">
                        <c:v>#N/A</c:v>
                      </c:pt>
                      <c:pt idx="39">
                        <c:v>#N/A</c:v>
                      </c:pt>
                      <c:pt idx="40">
                        <c:v>#N/A</c:v>
                      </c:pt>
                      <c:pt idx="41">
                        <c:v>#N/A</c:v>
                      </c:pt>
                      <c:pt idx="42">
                        <c:v>#N/A</c:v>
                      </c:pt>
                      <c:pt idx="43">
                        <c:v>#N/A</c:v>
                      </c:pt>
                      <c:pt idx="44">
                        <c:v>#N/A</c:v>
                      </c:pt>
                      <c:pt idx="45">
                        <c:v>#N/A</c:v>
                      </c:pt>
                      <c:pt idx="46">
                        <c:v>#N/A</c:v>
                      </c:pt>
                      <c:pt idx="47">
                        <c:v>#N/A</c:v>
                      </c:pt>
                      <c:pt idx="48">
                        <c:v>43182</c:v>
                      </c:pt>
                      <c:pt idx="49">
                        <c:v>43189</c:v>
                      </c:pt>
                      <c:pt idx="50">
                        <c:v>43196</c:v>
                      </c:pt>
                      <c:pt idx="51">
                        <c:v>43203</c:v>
                      </c:pt>
                      <c:pt idx="52">
                        <c:v>43210</c:v>
                      </c:pt>
                      <c:pt idx="53">
                        <c:v>43217</c:v>
                      </c:pt>
                      <c:pt idx="54">
                        <c:v>43224</c:v>
                      </c:pt>
                      <c:pt idx="55">
                        <c:v>43231</c:v>
                      </c:pt>
                      <c:pt idx="56">
                        <c:v>43238</c:v>
                      </c:pt>
                      <c:pt idx="57">
                        <c:v>43245</c:v>
                      </c:pt>
                      <c:pt idx="58">
                        <c:v>43252</c:v>
                      </c:pt>
                      <c:pt idx="59">
                        <c:v>43259</c:v>
                      </c:pt>
                      <c:pt idx="60">
                        <c:v>43266</c:v>
                      </c:pt>
                      <c:pt idx="61">
                        <c:v>43273</c:v>
                      </c:pt>
                      <c:pt idx="62">
                        <c:v>43280</c:v>
                      </c:pt>
                      <c:pt idx="63">
                        <c:v>43287</c:v>
                      </c:pt>
                      <c:pt idx="64">
                        <c:v>43294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Sheet1!$C$2:$C$66</c15:sqref>
                        </c15:formulaRef>
                      </c:ext>
                    </c:extLst>
                    <c:numCache>
                      <c:formatCode>_(* #,##0.00_);_(* \(#,##0.00\);_(* "-"??_);_(@_)</c:formatCode>
                      <c:ptCount val="65"/>
                      <c:pt idx="0">
                        <c:v>#N/A</c:v>
                      </c:pt>
                      <c:pt idx="1">
                        <c:v>#N/A</c:v>
                      </c:pt>
                      <c:pt idx="2">
                        <c:v>#N/A</c:v>
                      </c:pt>
                      <c:pt idx="3">
                        <c:v>#N/A</c:v>
                      </c:pt>
                      <c:pt idx="4">
                        <c:v>#N/A</c:v>
                      </c:pt>
                      <c:pt idx="5">
                        <c:v>#N/A</c:v>
                      </c:pt>
                      <c:pt idx="6">
                        <c:v>#N/A</c:v>
                      </c:pt>
                      <c:pt idx="7">
                        <c:v>#N/A</c:v>
                      </c:pt>
                      <c:pt idx="8">
                        <c:v>#N/A</c:v>
                      </c:pt>
                      <c:pt idx="9">
                        <c:v>#N/A</c:v>
                      </c:pt>
                      <c:pt idx="10">
                        <c:v>#N/A</c:v>
                      </c:pt>
                      <c:pt idx="11">
                        <c:v>#N/A</c:v>
                      </c:pt>
                      <c:pt idx="12">
                        <c:v>#N/A</c:v>
                      </c:pt>
                      <c:pt idx="13">
                        <c:v>#N/A</c:v>
                      </c:pt>
                      <c:pt idx="14">
                        <c:v>#N/A</c:v>
                      </c:pt>
                      <c:pt idx="15">
                        <c:v>#N/A</c:v>
                      </c:pt>
                      <c:pt idx="16">
                        <c:v>#N/A</c:v>
                      </c:pt>
                      <c:pt idx="17">
                        <c:v>#N/A</c:v>
                      </c:pt>
                      <c:pt idx="18">
                        <c:v>#N/A</c:v>
                      </c:pt>
                      <c:pt idx="19">
                        <c:v>#N/A</c:v>
                      </c:pt>
                      <c:pt idx="20">
                        <c:v>#N/A</c:v>
                      </c:pt>
                      <c:pt idx="21">
                        <c:v>#N/A</c:v>
                      </c:pt>
                      <c:pt idx="22">
                        <c:v>#N/A</c:v>
                      </c:pt>
                      <c:pt idx="23">
                        <c:v>#N/A</c:v>
                      </c:pt>
                      <c:pt idx="24">
                        <c:v>#N/A</c:v>
                      </c:pt>
                      <c:pt idx="25">
                        <c:v>#N/A</c:v>
                      </c:pt>
                      <c:pt idx="26">
                        <c:v>#N/A</c:v>
                      </c:pt>
                      <c:pt idx="27">
                        <c:v>#N/A</c:v>
                      </c:pt>
                      <c:pt idx="28">
                        <c:v>#N/A</c:v>
                      </c:pt>
                      <c:pt idx="29">
                        <c:v>#N/A</c:v>
                      </c:pt>
                      <c:pt idx="30">
                        <c:v>#N/A</c:v>
                      </c:pt>
                      <c:pt idx="31">
                        <c:v>#N/A</c:v>
                      </c:pt>
                      <c:pt idx="32">
                        <c:v>#N/A</c:v>
                      </c:pt>
                      <c:pt idx="33">
                        <c:v>#N/A</c:v>
                      </c:pt>
                      <c:pt idx="34">
                        <c:v>#N/A</c:v>
                      </c:pt>
                      <c:pt idx="35">
                        <c:v>#N/A</c:v>
                      </c:pt>
                      <c:pt idx="36">
                        <c:v>#N/A</c:v>
                      </c:pt>
                      <c:pt idx="37">
                        <c:v>#N/A</c:v>
                      </c:pt>
                      <c:pt idx="38">
                        <c:v>#N/A</c:v>
                      </c:pt>
                      <c:pt idx="39">
                        <c:v>#N/A</c:v>
                      </c:pt>
                      <c:pt idx="40">
                        <c:v>#N/A</c:v>
                      </c:pt>
                      <c:pt idx="41">
                        <c:v>#N/A</c:v>
                      </c:pt>
                      <c:pt idx="42">
                        <c:v>#N/A</c:v>
                      </c:pt>
                      <c:pt idx="43">
                        <c:v>#N/A</c:v>
                      </c:pt>
                      <c:pt idx="44">
                        <c:v>#N/A</c:v>
                      </c:pt>
                      <c:pt idx="45">
                        <c:v>#N/A</c:v>
                      </c:pt>
                      <c:pt idx="46">
                        <c:v>#N/A</c:v>
                      </c:pt>
                      <c:pt idx="47">
                        <c:v>#N/A</c:v>
                      </c:pt>
                      <c:pt idx="48">
                        <c:v>#N/A</c:v>
                      </c:pt>
                      <c:pt idx="49">
                        <c:v>#N/A</c:v>
                      </c:pt>
                      <c:pt idx="50">
                        <c:v>#N/A</c:v>
                      </c:pt>
                      <c:pt idx="51">
                        <c:v>#N/A</c:v>
                      </c:pt>
                      <c:pt idx="52">
                        <c:v>#N/A</c:v>
                      </c:pt>
                      <c:pt idx="53">
                        <c:v>#N/A</c:v>
                      </c:pt>
                      <c:pt idx="54">
                        <c:v>#N/A</c:v>
                      </c:pt>
                      <c:pt idx="55">
                        <c:v>#N/A</c:v>
                      </c:pt>
                      <c:pt idx="56">
                        <c:v>#N/A</c:v>
                      </c:pt>
                      <c:pt idx="57">
                        <c:v>#N/A</c:v>
                      </c:pt>
                      <c:pt idx="58">
                        <c:v>#N/A</c:v>
                      </c:pt>
                      <c:pt idx="59">
                        <c:v>#N/A</c:v>
                      </c:pt>
                      <c:pt idx="60">
                        <c:v>#N/A</c:v>
                      </c:pt>
                      <c:pt idx="61">
                        <c:v>#N/A</c:v>
                      </c:pt>
                      <c:pt idx="62">
                        <c:v>#N/A</c:v>
                      </c:pt>
                      <c:pt idx="63">
                        <c:v>#N/A</c:v>
                      </c:pt>
                      <c:pt idx="64">
                        <c:v>#N/A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B81D-4639-88D6-2C82394D4EF0}"/>
                  </c:ext>
                </c:extLst>
              </c15:ser>
            </c15:filteredLineSeries>
          </c:ext>
        </c:extLst>
      </c:lineChart>
      <c:dateAx>
        <c:axId val="407936736"/>
        <c:scaling>
          <c:orientation val="minMax"/>
          <c:min val="42845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8/29/2019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8/29/2019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488732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Wet Wipes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08637" y="4024046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09983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11,078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25%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100%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8431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Wet Wipes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14872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7.5M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887K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4E621D1-1585-4CC1-8AC3-2FBF492BC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321372"/>
              </p:ext>
            </p:extLst>
          </p:nvPr>
        </p:nvGraphicFramePr>
        <p:xfrm>
          <a:off x="18286372" y="3543109"/>
          <a:ext cx="5012540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627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50627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Sales ($) per club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$320</a:t>
                      </a: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1341</TotalTime>
  <Words>134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Wet Wipes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369</cp:revision>
  <dcterms:created xsi:type="dcterms:W3CDTF">2018-12-12T20:08:26Z</dcterms:created>
  <dcterms:modified xsi:type="dcterms:W3CDTF">2019-08-29T14:50:43Z</dcterms:modified>
</cp:coreProperties>
</file>