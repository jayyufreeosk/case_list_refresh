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116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10</c:v>
                </c:pt>
                <c:pt idx="26">
                  <c:v>110</c:v>
                </c:pt>
                <c:pt idx="27">
                  <c:v>200</c:v>
                </c:pt>
                <c:pt idx="28">
                  <c:v>240</c:v>
                </c:pt>
                <c:pt idx="29">
                  <c:v>220</c:v>
                </c:pt>
                <c:pt idx="30">
                  <c:v>250</c:v>
                </c:pt>
                <c:pt idx="31">
                  <c:v>290</c:v>
                </c:pt>
                <c:pt idx="32">
                  <c:v>320</c:v>
                </c:pt>
                <c:pt idx="33">
                  <c:v>330</c:v>
                </c:pt>
                <c:pt idx="34">
                  <c:v>370</c:v>
                </c:pt>
                <c:pt idx="35">
                  <c:v>320</c:v>
                </c:pt>
                <c:pt idx="36">
                  <c:v>350</c:v>
                </c:pt>
                <c:pt idx="37">
                  <c:v>320</c:v>
                </c:pt>
                <c:pt idx="38">
                  <c:v>310</c:v>
                </c:pt>
                <c:pt idx="39">
                  <c:v>340</c:v>
                </c:pt>
                <c:pt idx="40">
                  <c:v>360</c:v>
                </c:pt>
                <c:pt idx="41">
                  <c:v>380</c:v>
                </c:pt>
                <c:pt idx="42">
                  <c:v>390</c:v>
                </c:pt>
                <c:pt idx="43">
                  <c:v>520</c:v>
                </c:pt>
                <c:pt idx="44">
                  <c:v>460</c:v>
                </c:pt>
                <c:pt idx="45">
                  <c:v>420</c:v>
                </c:pt>
                <c:pt idx="46">
                  <c:v>410</c:v>
                </c:pt>
                <c:pt idx="47">
                  <c:v>470</c:v>
                </c:pt>
                <c:pt idx="48">
                  <c:v>410</c:v>
                </c:pt>
                <c:pt idx="49">
                  <c:v>370</c:v>
                </c:pt>
                <c:pt idx="50">
                  <c:v>410</c:v>
                </c:pt>
                <c:pt idx="51">
                  <c:v>380</c:v>
                </c:pt>
                <c:pt idx="52">
                  <c:v>450</c:v>
                </c:pt>
                <c:pt idx="53">
                  <c:v>370</c:v>
                </c:pt>
                <c:pt idx="54">
                  <c:v>360</c:v>
                </c:pt>
                <c:pt idx="55">
                  <c:v>340</c:v>
                </c:pt>
                <c:pt idx="56">
                  <c:v>320</c:v>
                </c:pt>
                <c:pt idx="57">
                  <c:v>240</c:v>
                </c:pt>
                <c:pt idx="58">
                  <c:v>270</c:v>
                </c:pt>
                <c:pt idx="59">
                  <c:v>430</c:v>
                </c:pt>
                <c:pt idx="60">
                  <c:v>400</c:v>
                </c:pt>
                <c:pt idx="61">
                  <c:v>360</c:v>
                </c:pt>
                <c:pt idx="62">
                  <c:v>200</c:v>
                </c:pt>
                <c:pt idx="63">
                  <c:v>230</c:v>
                </c:pt>
                <c:pt idx="64">
                  <c:v>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0</c:v>
                </c:pt>
                <c:pt idx="25">
                  <c:v>30</c:v>
                </c:pt>
                <c:pt idx="26">
                  <c:v>150</c:v>
                </c:pt>
                <c:pt idx="27">
                  <c:v>270</c:v>
                </c:pt>
                <c:pt idx="28">
                  <c:v>320</c:v>
                </c:pt>
                <c:pt idx="29">
                  <c:v>340</c:v>
                </c:pt>
                <c:pt idx="30">
                  <c:v>360</c:v>
                </c:pt>
                <c:pt idx="31">
                  <c:v>370</c:v>
                </c:pt>
                <c:pt idx="32">
                  <c:v>370</c:v>
                </c:pt>
                <c:pt idx="33">
                  <c:v>430</c:v>
                </c:pt>
                <c:pt idx="34">
                  <c:v>420</c:v>
                </c:pt>
                <c:pt idx="35">
                  <c:v>410</c:v>
                </c:pt>
                <c:pt idx="36">
                  <c:v>420</c:v>
                </c:pt>
                <c:pt idx="37">
                  <c:v>390</c:v>
                </c:pt>
                <c:pt idx="38">
                  <c:v>410</c:v>
                </c:pt>
                <c:pt idx="39">
                  <c:v>370</c:v>
                </c:pt>
                <c:pt idx="40">
                  <c:v>450</c:v>
                </c:pt>
                <c:pt idx="41">
                  <c:v>450</c:v>
                </c:pt>
                <c:pt idx="42">
                  <c:v>490</c:v>
                </c:pt>
                <c:pt idx="43">
                  <c:v>550</c:v>
                </c:pt>
                <c:pt idx="44">
                  <c:v>570</c:v>
                </c:pt>
                <c:pt idx="45">
                  <c:v>520</c:v>
                </c:pt>
                <c:pt idx="46">
                  <c:v>510</c:v>
                </c:pt>
                <c:pt idx="47">
                  <c:v>520</c:v>
                </c:pt>
                <c:pt idx="48">
                  <c:v>490</c:v>
                </c:pt>
                <c:pt idx="49">
                  <c:v>480</c:v>
                </c:pt>
                <c:pt idx="50">
                  <c:v>490</c:v>
                </c:pt>
                <c:pt idx="51">
                  <c:v>470</c:v>
                </c:pt>
                <c:pt idx="52">
                  <c:v>600</c:v>
                </c:pt>
                <c:pt idx="53">
                  <c:v>450</c:v>
                </c:pt>
                <c:pt idx="54">
                  <c:v>440</c:v>
                </c:pt>
                <c:pt idx="55">
                  <c:v>420</c:v>
                </c:pt>
                <c:pt idx="56">
                  <c:v>420</c:v>
                </c:pt>
                <c:pt idx="57">
                  <c:v>320</c:v>
                </c:pt>
                <c:pt idx="58">
                  <c:v>340</c:v>
                </c:pt>
                <c:pt idx="59">
                  <c:v>550</c:v>
                </c:pt>
                <c:pt idx="60">
                  <c:v>480</c:v>
                </c:pt>
                <c:pt idx="61">
                  <c:v>460</c:v>
                </c:pt>
                <c:pt idx="62">
                  <c:v>260</c:v>
                </c:pt>
                <c:pt idx="63">
                  <c:v>290</c:v>
                </c:pt>
                <c:pt idx="64">
                  <c:v>460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4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2962728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Adult Nutrition Bar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79583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685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55%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9%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64%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50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4964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Adult Nutrition Bar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137683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529K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67K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12.6%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1.0%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24.1%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330369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15%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23%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866</TotalTime>
  <Words>138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Adult Nutrition Bar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232</cp:revision>
  <dcterms:created xsi:type="dcterms:W3CDTF">2018-12-12T20:08:26Z</dcterms:created>
  <dcterms:modified xsi:type="dcterms:W3CDTF">2019-01-14T19:12:26Z</dcterms:modified>
</cp:coreProperties>
</file>