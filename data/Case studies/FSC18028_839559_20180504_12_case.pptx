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42839</c:v>
                </c:pt>
                <c:pt idx="1">
                  <c:v>42846</c:v>
                </c:pt>
                <c:pt idx="2">
                  <c:v>42853</c:v>
                </c:pt>
                <c:pt idx="3">
                  <c:v>42860</c:v>
                </c:pt>
                <c:pt idx="4">
                  <c:v>42867</c:v>
                </c:pt>
                <c:pt idx="5">
                  <c:v>42874</c:v>
                </c:pt>
                <c:pt idx="6">
                  <c:v>42881</c:v>
                </c:pt>
                <c:pt idx="7">
                  <c:v>42888</c:v>
                </c:pt>
                <c:pt idx="8">
                  <c:v>42895</c:v>
                </c:pt>
                <c:pt idx="9">
                  <c:v>42902</c:v>
                </c:pt>
                <c:pt idx="10">
                  <c:v>42909</c:v>
                </c:pt>
                <c:pt idx="11">
                  <c:v>42916</c:v>
                </c:pt>
                <c:pt idx="12">
                  <c:v>42923</c:v>
                </c:pt>
                <c:pt idx="13">
                  <c:v>42930</c:v>
                </c:pt>
                <c:pt idx="14">
                  <c:v>42937</c:v>
                </c:pt>
                <c:pt idx="15">
                  <c:v>42944</c:v>
                </c:pt>
                <c:pt idx="16">
                  <c:v>42951</c:v>
                </c:pt>
                <c:pt idx="17">
                  <c:v>42958</c:v>
                </c:pt>
                <c:pt idx="18">
                  <c:v>42965</c:v>
                </c:pt>
                <c:pt idx="19">
                  <c:v>42972</c:v>
                </c:pt>
                <c:pt idx="20">
                  <c:v>42979</c:v>
                </c:pt>
                <c:pt idx="21">
                  <c:v>42986</c:v>
                </c:pt>
                <c:pt idx="22">
                  <c:v>42993</c:v>
                </c:pt>
                <c:pt idx="23">
                  <c:v>43000</c:v>
                </c:pt>
                <c:pt idx="24">
                  <c:v>43007</c:v>
                </c:pt>
                <c:pt idx="25">
                  <c:v>43014</c:v>
                </c:pt>
                <c:pt idx="26">
                  <c:v>43021</c:v>
                </c:pt>
                <c:pt idx="27">
                  <c:v>43028</c:v>
                </c:pt>
                <c:pt idx="28">
                  <c:v>43035</c:v>
                </c:pt>
                <c:pt idx="29">
                  <c:v>43042</c:v>
                </c:pt>
                <c:pt idx="30">
                  <c:v>43049</c:v>
                </c:pt>
                <c:pt idx="31">
                  <c:v>43056</c:v>
                </c:pt>
                <c:pt idx="32">
                  <c:v>43063</c:v>
                </c:pt>
                <c:pt idx="33">
                  <c:v>43070</c:v>
                </c:pt>
                <c:pt idx="34">
                  <c:v>43077</c:v>
                </c:pt>
                <c:pt idx="35">
                  <c:v>43084</c:v>
                </c:pt>
                <c:pt idx="36">
                  <c:v>43091</c:v>
                </c:pt>
                <c:pt idx="37">
                  <c:v>43098</c:v>
                </c:pt>
                <c:pt idx="38">
                  <c:v>43105</c:v>
                </c:pt>
                <c:pt idx="39">
                  <c:v>43112</c:v>
                </c:pt>
                <c:pt idx="40">
                  <c:v>43119</c:v>
                </c:pt>
                <c:pt idx="41">
                  <c:v>43126</c:v>
                </c:pt>
                <c:pt idx="42">
                  <c:v>43133</c:v>
                </c:pt>
                <c:pt idx="43">
                  <c:v>43140</c:v>
                </c:pt>
                <c:pt idx="44">
                  <c:v>43147</c:v>
                </c:pt>
                <c:pt idx="45">
                  <c:v>43154</c:v>
                </c:pt>
                <c:pt idx="46">
                  <c:v>43161</c:v>
                </c:pt>
                <c:pt idx="47">
                  <c:v>43168</c:v>
                </c:pt>
                <c:pt idx="48">
                  <c:v>43175</c:v>
                </c:pt>
                <c:pt idx="49">
                  <c:v>43182</c:v>
                </c:pt>
                <c:pt idx="50">
                  <c:v>43189</c:v>
                </c:pt>
                <c:pt idx="51">
                  <c:v>43196</c:v>
                </c:pt>
                <c:pt idx="52">
                  <c:v>43203</c:v>
                </c:pt>
                <c:pt idx="53">
                  <c:v>43210</c:v>
                </c:pt>
                <c:pt idx="54">
                  <c:v>43217</c:v>
                </c:pt>
                <c:pt idx="55">
                  <c:v>43224</c:v>
                </c:pt>
                <c:pt idx="56">
                  <c:v>43231</c:v>
                </c:pt>
                <c:pt idx="57">
                  <c:v>43238</c:v>
                </c:pt>
                <c:pt idx="58">
                  <c:v>43245</c:v>
                </c:pt>
                <c:pt idx="59">
                  <c:v>43252</c:v>
                </c:pt>
                <c:pt idx="60">
                  <c:v>43259</c:v>
                </c:pt>
                <c:pt idx="61">
                  <c:v>43266</c:v>
                </c:pt>
                <c:pt idx="62">
                  <c:v>43273</c:v>
                </c:pt>
                <c:pt idx="63">
                  <c:v>43280</c:v>
                </c:pt>
                <c:pt idx="64">
                  <c:v>43287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300</c:v>
                </c:pt>
                <c:pt idx="1">
                  <c:v>280</c:v>
                </c:pt>
                <c:pt idx="2">
                  <c:v>260</c:v>
                </c:pt>
                <c:pt idx="3">
                  <c:v>220</c:v>
                </c:pt>
                <c:pt idx="4">
                  <c:v>270</c:v>
                </c:pt>
                <c:pt idx="5">
                  <c:v>260</c:v>
                </c:pt>
                <c:pt idx="6">
                  <c:v>250</c:v>
                </c:pt>
                <c:pt idx="7">
                  <c:v>260</c:v>
                </c:pt>
                <c:pt idx="8">
                  <c:v>240</c:v>
                </c:pt>
                <c:pt idx="9">
                  <c:v>260</c:v>
                </c:pt>
                <c:pt idx="10">
                  <c:v>260</c:v>
                </c:pt>
                <c:pt idx="11">
                  <c:v>250</c:v>
                </c:pt>
                <c:pt idx="12">
                  <c:v>270</c:v>
                </c:pt>
                <c:pt idx="13">
                  <c:v>280</c:v>
                </c:pt>
                <c:pt idx="14">
                  <c:v>290</c:v>
                </c:pt>
                <c:pt idx="15">
                  <c:v>280</c:v>
                </c:pt>
                <c:pt idx="16">
                  <c:v>260</c:v>
                </c:pt>
                <c:pt idx="17">
                  <c:v>280</c:v>
                </c:pt>
                <c:pt idx="18">
                  <c:v>260</c:v>
                </c:pt>
                <c:pt idx="19">
                  <c:v>280</c:v>
                </c:pt>
                <c:pt idx="20">
                  <c:v>270</c:v>
                </c:pt>
                <c:pt idx="21">
                  <c:v>290</c:v>
                </c:pt>
                <c:pt idx="22">
                  <c:v>300</c:v>
                </c:pt>
                <c:pt idx="23">
                  <c:v>300</c:v>
                </c:pt>
                <c:pt idx="24">
                  <c:v>310</c:v>
                </c:pt>
                <c:pt idx="25">
                  <c:v>310</c:v>
                </c:pt>
                <c:pt idx="26">
                  <c:v>300</c:v>
                </c:pt>
                <c:pt idx="27">
                  <c:v>350</c:v>
                </c:pt>
                <c:pt idx="28">
                  <c:v>320</c:v>
                </c:pt>
                <c:pt idx="29">
                  <c:v>400</c:v>
                </c:pt>
                <c:pt idx="30">
                  <c:v>570</c:v>
                </c:pt>
                <c:pt idx="31">
                  <c:v>580</c:v>
                </c:pt>
                <c:pt idx="32">
                  <c:v>520</c:v>
                </c:pt>
                <c:pt idx="33">
                  <c:v>200</c:v>
                </c:pt>
                <c:pt idx="34">
                  <c:v>160</c:v>
                </c:pt>
                <c:pt idx="35">
                  <c:v>230</c:v>
                </c:pt>
                <c:pt idx="36">
                  <c:v>210</c:v>
                </c:pt>
                <c:pt idx="37">
                  <c:v>250</c:v>
                </c:pt>
                <c:pt idx="38">
                  <c:v>260</c:v>
                </c:pt>
                <c:pt idx="39">
                  <c:v>270</c:v>
                </c:pt>
                <c:pt idx="40">
                  <c:v>260</c:v>
                </c:pt>
                <c:pt idx="41">
                  <c:v>250</c:v>
                </c:pt>
                <c:pt idx="42">
                  <c:v>290</c:v>
                </c:pt>
                <c:pt idx="43">
                  <c:v>310</c:v>
                </c:pt>
                <c:pt idx="44">
                  <c:v>290</c:v>
                </c:pt>
                <c:pt idx="45">
                  <c:v>280</c:v>
                </c:pt>
                <c:pt idx="46">
                  <c:v>290</c:v>
                </c:pt>
                <c:pt idx="47">
                  <c:v>270</c:v>
                </c:pt>
                <c:pt idx="48">
                  <c:v>310</c:v>
                </c:pt>
                <c:pt idx="49">
                  <c:v>310</c:v>
                </c:pt>
                <c:pt idx="50">
                  <c:v>300</c:v>
                </c:pt>
                <c:pt idx="51">
                  <c:v>300</c:v>
                </c:pt>
                <c:pt idx="52">
                  <c:v>540</c:v>
                </c:pt>
                <c:pt idx="53">
                  <c:v>280</c:v>
                </c:pt>
                <c:pt idx="54">
                  <c:v>260</c:v>
                </c:pt>
                <c:pt idx="55">
                  <c:v>220</c:v>
                </c:pt>
                <c:pt idx="56">
                  <c:v>270</c:v>
                </c:pt>
                <c:pt idx="57">
                  <c:v>270</c:v>
                </c:pt>
                <c:pt idx="58">
                  <c:v>260</c:v>
                </c:pt>
                <c:pt idx="59">
                  <c:v>260</c:v>
                </c:pt>
                <c:pt idx="60">
                  <c:v>230</c:v>
                </c:pt>
                <c:pt idx="61">
                  <c:v>240</c:v>
                </c:pt>
                <c:pt idx="62">
                  <c:v>260</c:v>
                </c:pt>
                <c:pt idx="63">
                  <c:v>250</c:v>
                </c:pt>
                <c:pt idx="64">
                  <c:v>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42839</c:v>
                </c:pt>
                <c:pt idx="1">
                  <c:v>42846</c:v>
                </c:pt>
                <c:pt idx="2">
                  <c:v>42853</c:v>
                </c:pt>
                <c:pt idx="3">
                  <c:v>42860</c:v>
                </c:pt>
                <c:pt idx="4">
                  <c:v>42867</c:v>
                </c:pt>
                <c:pt idx="5">
                  <c:v>42874</c:v>
                </c:pt>
                <c:pt idx="6">
                  <c:v>42881</c:v>
                </c:pt>
                <c:pt idx="7">
                  <c:v>42888</c:v>
                </c:pt>
                <c:pt idx="8">
                  <c:v>42895</c:v>
                </c:pt>
                <c:pt idx="9">
                  <c:v>42902</c:v>
                </c:pt>
                <c:pt idx="10">
                  <c:v>42909</c:v>
                </c:pt>
                <c:pt idx="11">
                  <c:v>42916</c:v>
                </c:pt>
                <c:pt idx="12">
                  <c:v>42923</c:v>
                </c:pt>
                <c:pt idx="13">
                  <c:v>42930</c:v>
                </c:pt>
                <c:pt idx="14">
                  <c:v>42937</c:v>
                </c:pt>
                <c:pt idx="15">
                  <c:v>42944</c:v>
                </c:pt>
                <c:pt idx="16">
                  <c:v>42951</c:v>
                </c:pt>
                <c:pt idx="17">
                  <c:v>42958</c:v>
                </c:pt>
                <c:pt idx="18">
                  <c:v>42965</c:v>
                </c:pt>
                <c:pt idx="19">
                  <c:v>42972</c:v>
                </c:pt>
                <c:pt idx="20">
                  <c:v>42979</c:v>
                </c:pt>
                <c:pt idx="21">
                  <c:v>42986</c:v>
                </c:pt>
                <c:pt idx="22">
                  <c:v>42993</c:v>
                </c:pt>
                <c:pt idx="23">
                  <c:v>43000</c:v>
                </c:pt>
                <c:pt idx="24">
                  <c:v>43007</c:v>
                </c:pt>
                <c:pt idx="25">
                  <c:v>43014</c:v>
                </c:pt>
                <c:pt idx="26">
                  <c:v>43021</c:v>
                </c:pt>
                <c:pt idx="27">
                  <c:v>43028</c:v>
                </c:pt>
                <c:pt idx="28">
                  <c:v>43035</c:v>
                </c:pt>
                <c:pt idx="29">
                  <c:v>43042</c:v>
                </c:pt>
                <c:pt idx="30">
                  <c:v>43049</c:v>
                </c:pt>
                <c:pt idx="31">
                  <c:v>43056</c:v>
                </c:pt>
                <c:pt idx="32">
                  <c:v>43063</c:v>
                </c:pt>
                <c:pt idx="33">
                  <c:v>43070</c:v>
                </c:pt>
                <c:pt idx="34">
                  <c:v>43077</c:v>
                </c:pt>
                <c:pt idx="35">
                  <c:v>43084</c:v>
                </c:pt>
                <c:pt idx="36">
                  <c:v>43091</c:v>
                </c:pt>
                <c:pt idx="37">
                  <c:v>43098</c:v>
                </c:pt>
                <c:pt idx="38">
                  <c:v>43105</c:v>
                </c:pt>
                <c:pt idx="39">
                  <c:v>43112</c:v>
                </c:pt>
                <c:pt idx="40">
                  <c:v>43119</c:v>
                </c:pt>
                <c:pt idx="41">
                  <c:v>43126</c:v>
                </c:pt>
                <c:pt idx="42">
                  <c:v>43133</c:v>
                </c:pt>
                <c:pt idx="43">
                  <c:v>43140</c:v>
                </c:pt>
                <c:pt idx="44">
                  <c:v>43147</c:v>
                </c:pt>
                <c:pt idx="45">
                  <c:v>43154</c:v>
                </c:pt>
                <c:pt idx="46">
                  <c:v>43161</c:v>
                </c:pt>
                <c:pt idx="47">
                  <c:v>43168</c:v>
                </c:pt>
                <c:pt idx="48">
                  <c:v>43175</c:v>
                </c:pt>
                <c:pt idx="49">
                  <c:v>43182</c:v>
                </c:pt>
                <c:pt idx="50">
                  <c:v>43189</c:v>
                </c:pt>
                <c:pt idx="51">
                  <c:v>43196</c:v>
                </c:pt>
                <c:pt idx="52">
                  <c:v>43203</c:v>
                </c:pt>
                <c:pt idx="53">
                  <c:v>43210</c:v>
                </c:pt>
                <c:pt idx="54">
                  <c:v>43217</c:v>
                </c:pt>
                <c:pt idx="55">
                  <c:v>43224</c:v>
                </c:pt>
                <c:pt idx="56">
                  <c:v>43231</c:v>
                </c:pt>
                <c:pt idx="57">
                  <c:v>43238</c:v>
                </c:pt>
                <c:pt idx="58">
                  <c:v>43245</c:v>
                </c:pt>
                <c:pt idx="59">
                  <c:v>43252</c:v>
                </c:pt>
                <c:pt idx="60">
                  <c:v>43259</c:v>
                </c:pt>
                <c:pt idx="61">
                  <c:v>43266</c:v>
                </c:pt>
                <c:pt idx="62">
                  <c:v>43273</c:v>
                </c:pt>
                <c:pt idx="63">
                  <c:v>43280</c:v>
                </c:pt>
                <c:pt idx="64">
                  <c:v>43287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42839</c:v>
                </c:pt>
                <c:pt idx="1">
                  <c:v>42846</c:v>
                </c:pt>
                <c:pt idx="2">
                  <c:v>42853</c:v>
                </c:pt>
                <c:pt idx="3">
                  <c:v>42860</c:v>
                </c:pt>
                <c:pt idx="4">
                  <c:v>42867</c:v>
                </c:pt>
                <c:pt idx="5">
                  <c:v>42874</c:v>
                </c:pt>
                <c:pt idx="6">
                  <c:v>42881</c:v>
                </c:pt>
                <c:pt idx="7">
                  <c:v>42888</c:v>
                </c:pt>
                <c:pt idx="8">
                  <c:v>42895</c:v>
                </c:pt>
                <c:pt idx="9">
                  <c:v>42902</c:v>
                </c:pt>
                <c:pt idx="10">
                  <c:v>42909</c:v>
                </c:pt>
                <c:pt idx="11">
                  <c:v>42916</c:v>
                </c:pt>
                <c:pt idx="12">
                  <c:v>42923</c:v>
                </c:pt>
                <c:pt idx="13">
                  <c:v>42930</c:v>
                </c:pt>
                <c:pt idx="14">
                  <c:v>42937</c:v>
                </c:pt>
                <c:pt idx="15">
                  <c:v>42944</c:v>
                </c:pt>
                <c:pt idx="16">
                  <c:v>42951</c:v>
                </c:pt>
                <c:pt idx="17">
                  <c:v>42958</c:v>
                </c:pt>
                <c:pt idx="18">
                  <c:v>42965</c:v>
                </c:pt>
                <c:pt idx="19">
                  <c:v>42972</c:v>
                </c:pt>
                <c:pt idx="20">
                  <c:v>42979</c:v>
                </c:pt>
                <c:pt idx="21">
                  <c:v>42986</c:v>
                </c:pt>
                <c:pt idx="22">
                  <c:v>42993</c:v>
                </c:pt>
                <c:pt idx="23">
                  <c:v>43000</c:v>
                </c:pt>
                <c:pt idx="24">
                  <c:v>43007</c:v>
                </c:pt>
                <c:pt idx="25">
                  <c:v>43014</c:v>
                </c:pt>
                <c:pt idx="26">
                  <c:v>43021</c:v>
                </c:pt>
                <c:pt idx="27">
                  <c:v>43028</c:v>
                </c:pt>
                <c:pt idx="28">
                  <c:v>43035</c:v>
                </c:pt>
                <c:pt idx="29">
                  <c:v>43042</c:v>
                </c:pt>
                <c:pt idx="30">
                  <c:v>43049</c:v>
                </c:pt>
                <c:pt idx="31">
                  <c:v>43056</c:v>
                </c:pt>
                <c:pt idx="32">
                  <c:v>43063</c:v>
                </c:pt>
                <c:pt idx="33">
                  <c:v>43070</c:v>
                </c:pt>
                <c:pt idx="34">
                  <c:v>43077</c:v>
                </c:pt>
                <c:pt idx="35">
                  <c:v>43084</c:v>
                </c:pt>
                <c:pt idx="36">
                  <c:v>43091</c:v>
                </c:pt>
                <c:pt idx="37">
                  <c:v>43098</c:v>
                </c:pt>
                <c:pt idx="38">
                  <c:v>43105</c:v>
                </c:pt>
                <c:pt idx="39">
                  <c:v>43112</c:v>
                </c:pt>
                <c:pt idx="40">
                  <c:v>43119</c:v>
                </c:pt>
                <c:pt idx="41">
                  <c:v>43126</c:v>
                </c:pt>
                <c:pt idx="42">
                  <c:v>43133</c:v>
                </c:pt>
                <c:pt idx="43">
                  <c:v>43140</c:v>
                </c:pt>
                <c:pt idx="44">
                  <c:v>43147</c:v>
                </c:pt>
                <c:pt idx="45">
                  <c:v>43154</c:v>
                </c:pt>
                <c:pt idx="46">
                  <c:v>43161</c:v>
                </c:pt>
                <c:pt idx="47">
                  <c:v>43168</c:v>
                </c:pt>
                <c:pt idx="48">
                  <c:v>43175</c:v>
                </c:pt>
                <c:pt idx="49">
                  <c:v>43182</c:v>
                </c:pt>
                <c:pt idx="50">
                  <c:v>43189</c:v>
                </c:pt>
                <c:pt idx="51">
                  <c:v>43196</c:v>
                </c:pt>
                <c:pt idx="52">
                  <c:v>43203</c:v>
                </c:pt>
                <c:pt idx="53">
                  <c:v>43210</c:v>
                </c:pt>
                <c:pt idx="54">
                  <c:v>43217</c:v>
                </c:pt>
                <c:pt idx="55">
                  <c:v>43224</c:v>
                </c:pt>
                <c:pt idx="56">
                  <c:v>43231</c:v>
                </c:pt>
                <c:pt idx="57">
                  <c:v>43238</c:v>
                </c:pt>
                <c:pt idx="58">
                  <c:v>43245</c:v>
                </c:pt>
                <c:pt idx="59">
                  <c:v>43252</c:v>
                </c:pt>
                <c:pt idx="60">
                  <c:v>43259</c:v>
                </c:pt>
                <c:pt idx="61">
                  <c:v>43266</c:v>
                </c:pt>
                <c:pt idx="62">
                  <c:v>43273</c:v>
                </c:pt>
                <c:pt idx="63">
                  <c:v>43280</c:v>
                </c:pt>
                <c:pt idx="64">
                  <c:v>43287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69621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Mint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151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17,686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560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Mint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832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773K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0117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131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Mint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2019-08-13T20:48:30Z</dcterms:modified>
</cp:coreProperties>
</file>