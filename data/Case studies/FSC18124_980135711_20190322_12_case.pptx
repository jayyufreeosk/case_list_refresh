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43308</c:v>
                </c:pt>
                <c:pt idx="22">
                  <c:v>43315</c:v>
                </c:pt>
                <c:pt idx="23">
                  <c:v>#N/A</c:v>
                </c:pt>
                <c:pt idx="24">
                  <c:v>#N/A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0</c:v>
                </c:pt>
                <c:pt idx="22">
                  <c:v>0</c:v>
                </c:pt>
                <c:pt idx="23">
                  <c:v>#N/A</c:v>
                </c:pt>
                <c:pt idx="24">
                  <c:v>#N/A</c:v>
                </c:pt>
                <c:pt idx="25">
                  <c:v>40</c:v>
                </c:pt>
                <c:pt idx="26">
                  <c:v>200</c:v>
                </c:pt>
                <c:pt idx="27">
                  <c:v>340</c:v>
                </c:pt>
                <c:pt idx="28">
                  <c:v>380</c:v>
                </c:pt>
                <c:pt idx="29">
                  <c:v>400</c:v>
                </c:pt>
                <c:pt idx="30">
                  <c:v>460</c:v>
                </c:pt>
                <c:pt idx="31">
                  <c:v>580</c:v>
                </c:pt>
                <c:pt idx="32">
                  <c:v>570</c:v>
                </c:pt>
                <c:pt idx="33">
                  <c:v>520</c:v>
                </c:pt>
                <c:pt idx="34">
                  <c:v>400</c:v>
                </c:pt>
                <c:pt idx="35">
                  <c:v>360</c:v>
                </c:pt>
                <c:pt idx="36">
                  <c:v>390</c:v>
                </c:pt>
                <c:pt idx="37">
                  <c:v>350</c:v>
                </c:pt>
                <c:pt idx="38">
                  <c:v>330</c:v>
                </c:pt>
                <c:pt idx="39">
                  <c:v>210</c:v>
                </c:pt>
                <c:pt idx="40">
                  <c:v>300</c:v>
                </c:pt>
                <c:pt idx="41">
                  <c:v>420</c:v>
                </c:pt>
                <c:pt idx="42">
                  <c:v>410</c:v>
                </c:pt>
                <c:pt idx="43">
                  <c:v>400</c:v>
                </c:pt>
                <c:pt idx="44">
                  <c:v>410</c:v>
                </c:pt>
                <c:pt idx="45">
                  <c:v>430</c:v>
                </c:pt>
                <c:pt idx="46">
                  <c:v>420</c:v>
                </c:pt>
                <c:pt idx="47">
                  <c:v>410</c:v>
                </c:pt>
                <c:pt idx="48">
                  <c:v>440</c:v>
                </c:pt>
                <c:pt idx="49">
                  <c:v>480</c:v>
                </c:pt>
                <c:pt idx="50">
                  <c:v>430</c:v>
                </c:pt>
                <c:pt idx="51">
                  <c:v>440</c:v>
                </c:pt>
                <c:pt idx="52">
                  <c:v>440</c:v>
                </c:pt>
                <c:pt idx="53">
                  <c:v>490</c:v>
                </c:pt>
                <c:pt idx="54">
                  <c:v>610</c:v>
                </c:pt>
                <c:pt idx="55">
                  <c:v>600</c:v>
                </c:pt>
                <c:pt idx="56">
                  <c:v>490</c:v>
                </c:pt>
                <c:pt idx="57">
                  <c:v>600</c:v>
                </c:pt>
                <c:pt idx="58">
                  <c:v>620</c:v>
                </c:pt>
                <c:pt idx="59">
                  <c:v>500</c:v>
                </c:pt>
                <c:pt idx="60">
                  <c:v>410</c:v>
                </c:pt>
                <c:pt idx="61">
                  <c:v>370</c:v>
                </c:pt>
                <c:pt idx="62">
                  <c:v>420</c:v>
                </c:pt>
                <c:pt idx="63">
                  <c:v>410</c:v>
                </c:pt>
                <c:pt idx="64">
                  <c:v>390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43308</c:v>
                </c:pt>
                <c:pt idx="22">
                  <c:v>43315</c:v>
                </c:pt>
                <c:pt idx="23">
                  <c:v>#N/A</c:v>
                </c:pt>
                <c:pt idx="24">
                  <c:v>#N/A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30</c:v>
                </c:pt>
                <c:pt idx="26">
                  <c:v>220</c:v>
                </c:pt>
                <c:pt idx="27">
                  <c:v>350</c:v>
                </c:pt>
                <c:pt idx="28">
                  <c:v>390</c:v>
                </c:pt>
                <c:pt idx="29">
                  <c:v>390</c:v>
                </c:pt>
                <c:pt idx="30">
                  <c:v>460</c:v>
                </c:pt>
                <c:pt idx="31">
                  <c:v>590</c:v>
                </c:pt>
                <c:pt idx="32">
                  <c:v>570</c:v>
                </c:pt>
                <c:pt idx="33">
                  <c:v>520</c:v>
                </c:pt>
                <c:pt idx="34">
                  <c:v>420</c:v>
                </c:pt>
                <c:pt idx="35">
                  <c:v>360</c:v>
                </c:pt>
                <c:pt idx="36">
                  <c:v>400</c:v>
                </c:pt>
                <c:pt idx="37">
                  <c:v>360</c:v>
                </c:pt>
                <c:pt idx="38">
                  <c:v>340</c:v>
                </c:pt>
                <c:pt idx="39">
                  <c:v>220</c:v>
                </c:pt>
                <c:pt idx="40">
                  <c:v>310</c:v>
                </c:pt>
                <c:pt idx="41">
                  <c:v>420</c:v>
                </c:pt>
                <c:pt idx="42">
                  <c:v>410</c:v>
                </c:pt>
                <c:pt idx="43">
                  <c:v>400</c:v>
                </c:pt>
                <c:pt idx="44">
                  <c:v>410</c:v>
                </c:pt>
                <c:pt idx="45">
                  <c:v>420</c:v>
                </c:pt>
                <c:pt idx="46">
                  <c:v>420</c:v>
                </c:pt>
                <c:pt idx="47">
                  <c:v>410</c:v>
                </c:pt>
                <c:pt idx="48">
                  <c:v>450</c:v>
                </c:pt>
                <c:pt idx="49">
                  <c:v>470</c:v>
                </c:pt>
                <c:pt idx="50">
                  <c:v>430</c:v>
                </c:pt>
                <c:pt idx="51">
                  <c:v>380</c:v>
                </c:pt>
                <c:pt idx="52">
                  <c:v>430</c:v>
                </c:pt>
                <c:pt idx="53">
                  <c:v>490</c:v>
                </c:pt>
                <c:pt idx="54">
                  <c:v>620</c:v>
                </c:pt>
                <c:pt idx="55">
                  <c:v>600</c:v>
                </c:pt>
                <c:pt idx="56">
                  <c:v>480</c:v>
                </c:pt>
                <c:pt idx="57">
                  <c:v>600</c:v>
                </c:pt>
                <c:pt idx="58">
                  <c:v>600</c:v>
                </c:pt>
                <c:pt idx="59">
                  <c:v>510</c:v>
                </c:pt>
                <c:pt idx="60">
                  <c:v>410</c:v>
                </c:pt>
                <c:pt idx="61">
                  <c:v>370</c:v>
                </c:pt>
                <c:pt idx="62">
                  <c:v>420</c:v>
                </c:pt>
                <c:pt idx="63">
                  <c:v>420</c:v>
                </c:pt>
                <c:pt idx="64">
                  <c:v>390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6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43308</c:v>
                </c:pt>
                <c:pt idx="22">
                  <c:v>43315</c:v>
                </c:pt>
                <c:pt idx="23">
                  <c:v>#N/A</c:v>
                </c:pt>
                <c:pt idx="24">
                  <c:v>#N/A</c:v>
                </c:pt>
                <c:pt idx="25">
                  <c:v>43336</c:v>
                </c:pt>
                <c:pt idx="26">
                  <c:v>43343</c:v>
                </c:pt>
                <c:pt idx="27">
                  <c:v>43350</c:v>
                </c:pt>
                <c:pt idx="28">
                  <c:v>43357</c:v>
                </c:pt>
                <c:pt idx="29">
                  <c:v>43364</c:v>
                </c:pt>
                <c:pt idx="30">
                  <c:v>43371</c:v>
                </c:pt>
                <c:pt idx="31">
                  <c:v>43378</c:v>
                </c:pt>
                <c:pt idx="32">
                  <c:v>43385</c:v>
                </c:pt>
                <c:pt idx="33">
                  <c:v>43392</c:v>
                </c:pt>
                <c:pt idx="34">
                  <c:v>43399</c:v>
                </c:pt>
                <c:pt idx="35">
                  <c:v>43406</c:v>
                </c:pt>
                <c:pt idx="36">
                  <c:v>43413</c:v>
                </c:pt>
                <c:pt idx="37">
                  <c:v>43420</c:v>
                </c:pt>
                <c:pt idx="38">
                  <c:v>43427</c:v>
                </c:pt>
                <c:pt idx="39">
                  <c:v>43434</c:v>
                </c:pt>
                <c:pt idx="40">
                  <c:v>43441</c:v>
                </c:pt>
                <c:pt idx="41">
                  <c:v>43448</c:v>
                </c:pt>
                <c:pt idx="42">
                  <c:v>43455</c:v>
                </c:pt>
                <c:pt idx="43">
                  <c:v>43462</c:v>
                </c:pt>
                <c:pt idx="44">
                  <c:v>43469</c:v>
                </c:pt>
                <c:pt idx="45">
                  <c:v>43476</c:v>
                </c:pt>
                <c:pt idx="46">
                  <c:v>43483</c:v>
                </c:pt>
                <c:pt idx="47">
                  <c:v>43490</c:v>
                </c:pt>
                <c:pt idx="48">
                  <c:v>43497</c:v>
                </c:pt>
                <c:pt idx="49">
                  <c:v>43504</c:v>
                </c:pt>
                <c:pt idx="50">
                  <c:v>43511</c:v>
                </c:pt>
                <c:pt idx="51">
                  <c:v>43518</c:v>
                </c:pt>
                <c:pt idx="52">
                  <c:v>43525</c:v>
                </c:pt>
                <c:pt idx="53">
                  <c:v>43532</c:v>
                </c:pt>
                <c:pt idx="54">
                  <c:v>43539</c:v>
                </c:pt>
                <c:pt idx="55">
                  <c:v>43546</c:v>
                </c:pt>
                <c:pt idx="56">
                  <c:v>43553</c:v>
                </c:pt>
                <c:pt idx="57">
                  <c:v>43560</c:v>
                </c:pt>
                <c:pt idx="58">
                  <c:v>43567</c:v>
                </c:pt>
                <c:pt idx="59">
                  <c:v>43574</c:v>
                </c:pt>
                <c:pt idx="60">
                  <c:v>43581</c:v>
                </c:pt>
                <c:pt idx="61">
                  <c:v>43588</c:v>
                </c:pt>
                <c:pt idx="62">
                  <c:v>43595</c:v>
                </c:pt>
                <c:pt idx="63">
                  <c:v>43602</c:v>
                </c:pt>
                <c:pt idx="64">
                  <c:v>43609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929257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Light Yogurt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5228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3,065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917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195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7768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Cooler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Light Yogurt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1061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32.5%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6342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131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Light Yogurt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2019-06-25T14:12:47Z</dcterms:modified>
</cp:coreProperties>
</file>