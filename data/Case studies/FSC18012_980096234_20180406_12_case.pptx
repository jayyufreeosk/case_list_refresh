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258" y="102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43098</c:v>
                </c:pt>
                <c:pt idx="42">
                  <c:v>43105</c:v>
                </c:pt>
                <c:pt idx="43">
                  <c:v>43112</c:v>
                </c:pt>
                <c:pt idx="44">
                  <c:v>43119</c:v>
                </c:pt>
                <c:pt idx="45">
                  <c:v>43126</c:v>
                </c:pt>
                <c:pt idx="46">
                  <c:v>43133</c:v>
                </c:pt>
                <c:pt idx="47">
                  <c:v>43140</c:v>
                </c:pt>
                <c:pt idx="48">
                  <c:v>43147</c:v>
                </c:pt>
                <c:pt idx="49">
                  <c:v>43154</c:v>
                </c:pt>
                <c:pt idx="50">
                  <c:v>43161</c:v>
                </c:pt>
                <c:pt idx="51">
                  <c:v>43168</c:v>
                </c:pt>
                <c:pt idx="52">
                  <c:v>43175</c:v>
                </c:pt>
                <c:pt idx="53">
                  <c:v>43182</c:v>
                </c:pt>
                <c:pt idx="54">
                  <c:v>43189</c:v>
                </c:pt>
                <c:pt idx="55">
                  <c:v>43196</c:v>
                </c:pt>
                <c:pt idx="56">
                  <c:v>43203</c:v>
                </c:pt>
                <c:pt idx="57">
                  <c:v>43210</c:v>
                </c:pt>
                <c:pt idx="58">
                  <c:v>43217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43245</c:v>
                </c:pt>
                <c:pt idx="63">
                  <c:v>43252</c:v>
                </c:pt>
                <c:pt idx="64">
                  <c:v>#N/A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0</c:v>
                </c:pt>
                <c:pt idx="42">
                  <c:v>90</c:v>
                </c:pt>
                <c:pt idx="43">
                  <c:v>170</c:v>
                </c:pt>
                <c:pt idx="44">
                  <c:v>140</c:v>
                </c:pt>
                <c:pt idx="45">
                  <c:v>140</c:v>
                </c:pt>
                <c:pt idx="46">
                  <c:v>160</c:v>
                </c:pt>
                <c:pt idx="47">
                  <c:v>250</c:v>
                </c:pt>
                <c:pt idx="48">
                  <c:v>160</c:v>
                </c:pt>
                <c:pt idx="49">
                  <c:v>150</c:v>
                </c:pt>
                <c:pt idx="50">
                  <c:v>140</c:v>
                </c:pt>
                <c:pt idx="51">
                  <c:v>120</c:v>
                </c:pt>
                <c:pt idx="52">
                  <c:v>560</c:v>
                </c:pt>
                <c:pt idx="53">
                  <c:v>100</c:v>
                </c:pt>
                <c:pt idx="54">
                  <c:v>40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0</c:v>
                </c:pt>
                <c:pt idx="63">
                  <c:v>0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43098</c:v>
                </c:pt>
                <c:pt idx="42">
                  <c:v>43105</c:v>
                </c:pt>
                <c:pt idx="43">
                  <c:v>43112</c:v>
                </c:pt>
                <c:pt idx="44">
                  <c:v>43119</c:v>
                </c:pt>
                <c:pt idx="45">
                  <c:v>43126</c:v>
                </c:pt>
                <c:pt idx="46">
                  <c:v>43133</c:v>
                </c:pt>
                <c:pt idx="47">
                  <c:v>43140</c:v>
                </c:pt>
                <c:pt idx="48">
                  <c:v>43147</c:v>
                </c:pt>
                <c:pt idx="49">
                  <c:v>43154</c:v>
                </c:pt>
                <c:pt idx="50">
                  <c:v>43161</c:v>
                </c:pt>
                <c:pt idx="51">
                  <c:v>43168</c:v>
                </c:pt>
                <c:pt idx="52">
                  <c:v>43175</c:v>
                </c:pt>
                <c:pt idx="53">
                  <c:v>43182</c:v>
                </c:pt>
                <c:pt idx="54">
                  <c:v>43189</c:v>
                </c:pt>
                <c:pt idx="55">
                  <c:v>43196</c:v>
                </c:pt>
                <c:pt idx="56">
                  <c:v>43203</c:v>
                </c:pt>
                <c:pt idx="57">
                  <c:v>43210</c:v>
                </c:pt>
                <c:pt idx="58">
                  <c:v>43217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43245</c:v>
                </c:pt>
                <c:pt idx="63">
                  <c:v>43252</c:v>
                </c:pt>
                <c:pt idx="64">
                  <c:v>#N/A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0</c:v>
                </c:pt>
                <c:pt idx="42">
                  <c:v>100</c:v>
                </c:pt>
                <c:pt idx="43">
                  <c:v>200</c:v>
                </c:pt>
                <c:pt idx="44">
                  <c:v>150</c:v>
                </c:pt>
                <c:pt idx="45">
                  <c:v>150</c:v>
                </c:pt>
                <c:pt idx="46">
                  <c:v>160</c:v>
                </c:pt>
                <c:pt idx="47">
                  <c:v>260</c:v>
                </c:pt>
                <c:pt idx="48">
                  <c:v>150</c:v>
                </c:pt>
                <c:pt idx="49">
                  <c:v>140</c:v>
                </c:pt>
                <c:pt idx="50">
                  <c:v>120</c:v>
                </c:pt>
                <c:pt idx="51">
                  <c:v>100</c:v>
                </c:pt>
                <c:pt idx="52">
                  <c:v>130</c:v>
                </c:pt>
                <c:pt idx="53">
                  <c:v>120</c:v>
                </c:pt>
                <c:pt idx="54">
                  <c:v>60</c:v>
                </c:pt>
                <c:pt idx="55">
                  <c:v>10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#N/A</c:v>
                </c:pt>
                <c:pt idx="62">
                  <c:v>#N/A</c:v>
                </c:pt>
                <c:pt idx="63">
                  <c:v>0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6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B021-4C55-9049-6C4CEC4C886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43098</c:v>
                </c:pt>
                <c:pt idx="42">
                  <c:v>43105</c:v>
                </c:pt>
                <c:pt idx="43">
                  <c:v>43112</c:v>
                </c:pt>
                <c:pt idx="44">
                  <c:v>43119</c:v>
                </c:pt>
                <c:pt idx="45">
                  <c:v>43126</c:v>
                </c:pt>
                <c:pt idx="46">
                  <c:v>43133</c:v>
                </c:pt>
                <c:pt idx="47">
                  <c:v>43140</c:v>
                </c:pt>
                <c:pt idx="48">
                  <c:v>43147</c:v>
                </c:pt>
                <c:pt idx="49">
                  <c:v>43154</c:v>
                </c:pt>
                <c:pt idx="50">
                  <c:v>43161</c:v>
                </c:pt>
                <c:pt idx="51">
                  <c:v>43168</c:v>
                </c:pt>
                <c:pt idx="52">
                  <c:v>43175</c:v>
                </c:pt>
                <c:pt idx="53">
                  <c:v>43182</c:v>
                </c:pt>
                <c:pt idx="54">
                  <c:v>43189</c:v>
                </c:pt>
                <c:pt idx="55">
                  <c:v>43196</c:v>
                </c:pt>
                <c:pt idx="56">
                  <c:v>43203</c:v>
                </c:pt>
                <c:pt idx="57">
                  <c:v>43210</c:v>
                </c:pt>
                <c:pt idx="58">
                  <c:v>43217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43245</c:v>
                </c:pt>
                <c:pt idx="63">
                  <c:v>43252</c:v>
                </c:pt>
                <c:pt idx="64">
                  <c:v>#N/A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560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  <c:min val="42810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1810136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Breakfast Bars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0200" y="4038329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757397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11,623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49%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97%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226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01422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Coffee And Breakfast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Breakfast Bars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492233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2.7M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423K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15.4%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695991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290%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1317</TotalTime>
  <Words>138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Breakfast Bars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369</cp:revision>
  <dcterms:created xsi:type="dcterms:W3CDTF">2018-12-12T20:08:26Z</dcterms:created>
  <dcterms:modified xsi:type="dcterms:W3CDTF">2019-08-14T20:17:30Z</dcterms:modified>
</cp:coreProperties>
</file>