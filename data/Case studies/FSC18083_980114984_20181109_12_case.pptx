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55" d="100"/>
          <a:sy n="55" d="100"/>
        </p:scale>
        <p:origin x="1044" y="9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30</c:v>
                </c:pt>
                <c:pt idx="29">
                  <c:v>90</c:v>
                </c:pt>
                <c:pt idx="30">
                  <c:v>100</c:v>
                </c:pt>
                <c:pt idx="31">
                  <c:v>90</c:v>
                </c:pt>
                <c:pt idx="32">
                  <c:v>110</c:v>
                </c:pt>
                <c:pt idx="33">
                  <c:v>100</c:v>
                </c:pt>
                <c:pt idx="34">
                  <c:v>120</c:v>
                </c:pt>
                <c:pt idx="35">
                  <c:v>120</c:v>
                </c:pt>
                <c:pt idx="36">
                  <c:v>160</c:v>
                </c:pt>
                <c:pt idx="37">
                  <c:v>150</c:v>
                </c:pt>
                <c:pt idx="38">
                  <c:v>180</c:v>
                </c:pt>
                <c:pt idx="39">
                  <c:v>180</c:v>
                </c:pt>
                <c:pt idx="40">
                  <c:v>190</c:v>
                </c:pt>
                <c:pt idx="41">
                  <c:v>160</c:v>
                </c:pt>
                <c:pt idx="42">
                  <c:v>150</c:v>
                </c:pt>
                <c:pt idx="43">
                  <c:v>190</c:v>
                </c:pt>
                <c:pt idx="44">
                  <c:v>190</c:v>
                </c:pt>
                <c:pt idx="45">
                  <c:v>180</c:v>
                </c:pt>
                <c:pt idx="46">
                  <c:v>180</c:v>
                </c:pt>
                <c:pt idx="47">
                  <c:v>180</c:v>
                </c:pt>
                <c:pt idx="48">
                  <c:v>180</c:v>
                </c:pt>
                <c:pt idx="49">
                  <c:v>170</c:v>
                </c:pt>
                <c:pt idx="50">
                  <c:v>150</c:v>
                </c:pt>
                <c:pt idx="51">
                  <c:v>150</c:v>
                </c:pt>
                <c:pt idx="52">
                  <c:v>390</c:v>
                </c:pt>
                <c:pt idx="53">
                  <c:v>140</c:v>
                </c:pt>
                <c:pt idx="54">
                  <c:v>140</c:v>
                </c:pt>
                <c:pt idx="55">
                  <c:v>160</c:v>
                </c:pt>
                <c:pt idx="56">
                  <c:v>150</c:v>
                </c:pt>
                <c:pt idx="57">
                  <c:v>200</c:v>
                </c:pt>
                <c:pt idx="58">
                  <c:v>110</c:v>
                </c:pt>
                <c:pt idx="59">
                  <c:v>100</c:v>
                </c:pt>
                <c:pt idx="60">
                  <c:v>170</c:v>
                </c:pt>
                <c:pt idx="61">
                  <c:v>180</c:v>
                </c:pt>
                <c:pt idx="62">
                  <c:v>130</c:v>
                </c:pt>
                <c:pt idx="63">
                  <c:v>150</c:v>
                </c:pt>
                <c:pt idx="64">
                  <c:v>150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0</c:v>
                </c:pt>
                <c:pt idx="28">
                  <c:v>30</c:v>
                </c:pt>
                <c:pt idx="29">
                  <c:v>70</c:v>
                </c:pt>
                <c:pt idx="30">
                  <c:v>100</c:v>
                </c:pt>
                <c:pt idx="31">
                  <c:v>130</c:v>
                </c:pt>
                <c:pt idx="32">
                  <c:v>120</c:v>
                </c:pt>
                <c:pt idx="33">
                  <c:v>120</c:v>
                </c:pt>
                <c:pt idx="34">
                  <c:v>140</c:v>
                </c:pt>
                <c:pt idx="35">
                  <c:v>120</c:v>
                </c:pt>
                <c:pt idx="36">
                  <c:v>170</c:v>
                </c:pt>
                <c:pt idx="37">
                  <c:v>160</c:v>
                </c:pt>
                <c:pt idx="38">
                  <c:v>190</c:v>
                </c:pt>
                <c:pt idx="39">
                  <c:v>200</c:v>
                </c:pt>
                <c:pt idx="40">
                  <c:v>200</c:v>
                </c:pt>
                <c:pt idx="41">
                  <c:v>190</c:v>
                </c:pt>
                <c:pt idx="42">
                  <c:v>190</c:v>
                </c:pt>
                <c:pt idx="43">
                  <c:v>200</c:v>
                </c:pt>
                <c:pt idx="44">
                  <c:v>230</c:v>
                </c:pt>
                <c:pt idx="45">
                  <c:v>210</c:v>
                </c:pt>
                <c:pt idx="46">
                  <c:v>210</c:v>
                </c:pt>
                <c:pt idx="47">
                  <c:v>210</c:v>
                </c:pt>
                <c:pt idx="48">
                  <c:v>200</c:v>
                </c:pt>
                <c:pt idx="49">
                  <c:v>200</c:v>
                </c:pt>
                <c:pt idx="50">
                  <c:v>190</c:v>
                </c:pt>
                <c:pt idx="51">
                  <c:v>200</c:v>
                </c:pt>
                <c:pt idx="52">
                  <c:v>180</c:v>
                </c:pt>
                <c:pt idx="53">
                  <c:v>140</c:v>
                </c:pt>
                <c:pt idx="54">
                  <c:v>150</c:v>
                </c:pt>
                <c:pt idx="55">
                  <c:v>190</c:v>
                </c:pt>
                <c:pt idx="56">
                  <c:v>400</c:v>
                </c:pt>
                <c:pt idx="57">
                  <c:v>190</c:v>
                </c:pt>
                <c:pt idx="58">
                  <c:v>120</c:v>
                </c:pt>
                <c:pt idx="59">
                  <c:v>110</c:v>
                </c:pt>
                <c:pt idx="60">
                  <c:v>190</c:v>
                </c:pt>
                <c:pt idx="61">
                  <c:v>280</c:v>
                </c:pt>
                <c:pt idx="62">
                  <c:v>180</c:v>
                </c:pt>
                <c:pt idx="63">
                  <c:v>180</c:v>
                </c:pt>
                <c:pt idx="64">
                  <c:v>180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1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43224</c:v>
                </c:pt>
                <c:pt idx="29">
                  <c:v>43231</c:v>
                </c:pt>
                <c:pt idx="30">
                  <c:v>43238</c:v>
                </c:pt>
                <c:pt idx="31">
                  <c:v>43245</c:v>
                </c:pt>
                <c:pt idx="32">
                  <c:v>43252</c:v>
                </c:pt>
                <c:pt idx="33">
                  <c:v>43259</c:v>
                </c:pt>
                <c:pt idx="34">
                  <c:v>43266</c:v>
                </c:pt>
                <c:pt idx="35">
                  <c:v>43273</c:v>
                </c:pt>
                <c:pt idx="36">
                  <c:v>43280</c:v>
                </c:pt>
                <c:pt idx="37">
                  <c:v>43287</c:v>
                </c:pt>
                <c:pt idx="38">
                  <c:v>43294</c:v>
                </c:pt>
                <c:pt idx="39">
                  <c:v>43301</c:v>
                </c:pt>
                <c:pt idx="40">
                  <c:v>43308</c:v>
                </c:pt>
                <c:pt idx="41">
                  <c:v>43315</c:v>
                </c:pt>
                <c:pt idx="42">
                  <c:v>43322</c:v>
                </c:pt>
                <c:pt idx="43">
                  <c:v>43329</c:v>
                </c:pt>
                <c:pt idx="44">
                  <c:v>43336</c:v>
                </c:pt>
                <c:pt idx="45">
                  <c:v>43343</c:v>
                </c:pt>
                <c:pt idx="46">
                  <c:v>43350</c:v>
                </c:pt>
                <c:pt idx="47">
                  <c:v>43357</c:v>
                </c:pt>
                <c:pt idx="48">
                  <c:v>43364</c:v>
                </c:pt>
                <c:pt idx="49">
                  <c:v>43371</c:v>
                </c:pt>
                <c:pt idx="50">
                  <c:v>43378</c:v>
                </c:pt>
                <c:pt idx="51">
                  <c:v>43385</c:v>
                </c:pt>
                <c:pt idx="52">
                  <c:v>43392</c:v>
                </c:pt>
                <c:pt idx="53">
                  <c:v>43399</c:v>
                </c:pt>
                <c:pt idx="54">
                  <c:v>43406</c:v>
                </c:pt>
                <c:pt idx="55">
                  <c:v>43413</c:v>
                </c:pt>
                <c:pt idx="56">
                  <c:v>43420</c:v>
                </c:pt>
                <c:pt idx="57">
                  <c:v>43427</c:v>
                </c:pt>
                <c:pt idx="58">
                  <c:v>43434</c:v>
                </c:pt>
                <c:pt idx="59">
                  <c:v>43441</c:v>
                </c:pt>
                <c:pt idx="60">
                  <c:v>43448</c:v>
                </c:pt>
                <c:pt idx="61">
                  <c:v>43455</c:v>
                </c:pt>
                <c:pt idx="62">
                  <c:v>43462</c:v>
                </c:pt>
                <c:pt idx="63">
                  <c:v>43469</c:v>
                </c:pt>
                <c:pt idx="64">
                  <c:v>43476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2/12/2019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481137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Cookies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71487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895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17%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32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0881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Cookies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8732391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424K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841105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137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Cookies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346</cp:revision>
  <dcterms:created xsi:type="dcterms:W3CDTF">2018-12-12T20:08:26Z</dcterms:created>
  <dcterms:modified xsi:type="dcterms:W3CDTF">2019-02-12T14:49:29Z</dcterms:modified>
</cp:coreProperties>
</file>