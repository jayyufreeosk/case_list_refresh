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7" d="100"/>
          <a:sy n="37" d="100"/>
        </p:scale>
        <p:origin x="1080" y="60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42825</c:v>
                </c:pt>
                <c:pt idx="1">
                  <c:v>42832</c:v>
                </c:pt>
                <c:pt idx="2">
                  <c:v>42839</c:v>
                </c:pt>
                <c:pt idx="3">
                  <c:v>42846</c:v>
                </c:pt>
                <c:pt idx="4">
                  <c:v>42853</c:v>
                </c:pt>
                <c:pt idx="5">
                  <c:v>42860</c:v>
                </c:pt>
                <c:pt idx="6">
                  <c:v>42867</c:v>
                </c:pt>
                <c:pt idx="7">
                  <c:v>42874</c:v>
                </c:pt>
                <c:pt idx="8">
                  <c:v>42881</c:v>
                </c:pt>
                <c:pt idx="9">
                  <c:v>42888</c:v>
                </c:pt>
                <c:pt idx="10">
                  <c:v>42895</c:v>
                </c:pt>
                <c:pt idx="11">
                  <c:v>42902</c:v>
                </c:pt>
                <c:pt idx="12">
                  <c:v>42909</c:v>
                </c:pt>
                <c:pt idx="13">
                  <c:v>42916</c:v>
                </c:pt>
                <c:pt idx="14">
                  <c:v>42923</c:v>
                </c:pt>
                <c:pt idx="15">
                  <c:v>42930</c:v>
                </c:pt>
                <c:pt idx="16">
                  <c:v>42937</c:v>
                </c:pt>
                <c:pt idx="17">
                  <c:v>42944</c:v>
                </c:pt>
                <c:pt idx="18">
                  <c:v>42951</c:v>
                </c:pt>
                <c:pt idx="19">
                  <c:v>42958</c:v>
                </c:pt>
                <c:pt idx="20">
                  <c:v>42965</c:v>
                </c:pt>
                <c:pt idx="21">
                  <c:v>42972</c:v>
                </c:pt>
                <c:pt idx="22">
                  <c:v>42979</c:v>
                </c:pt>
                <c:pt idx="23">
                  <c:v>42986</c:v>
                </c:pt>
                <c:pt idx="24">
                  <c:v>42993</c:v>
                </c:pt>
                <c:pt idx="25">
                  <c:v>43000</c:v>
                </c:pt>
                <c:pt idx="26">
                  <c:v>43007</c:v>
                </c:pt>
                <c:pt idx="27">
                  <c:v>43014</c:v>
                </c:pt>
                <c:pt idx="28">
                  <c:v>43021</c:v>
                </c:pt>
                <c:pt idx="29">
                  <c:v>43028</c:v>
                </c:pt>
                <c:pt idx="30">
                  <c:v>43035</c:v>
                </c:pt>
                <c:pt idx="31">
                  <c:v>43042</c:v>
                </c:pt>
                <c:pt idx="32">
                  <c:v>43049</c:v>
                </c:pt>
                <c:pt idx="33">
                  <c:v>43056</c:v>
                </c:pt>
                <c:pt idx="34">
                  <c:v>43063</c:v>
                </c:pt>
                <c:pt idx="35">
                  <c:v>43070</c:v>
                </c:pt>
                <c:pt idx="36">
                  <c:v>43077</c:v>
                </c:pt>
                <c:pt idx="37">
                  <c:v>43084</c:v>
                </c:pt>
                <c:pt idx="38">
                  <c:v>43091</c:v>
                </c:pt>
                <c:pt idx="39">
                  <c:v>43098</c:v>
                </c:pt>
                <c:pt idx="40">
                  <c:v>43105</c:v>
                </c:pt>
                <c:pt idx="41">
                  <c:v>43112</c:v>
                </c:pt>
                <c:pt idx="42">
                  <c:v>43119</c:v>
                </c:pt>
                <c:pt idx="43">
                  <c:v>43126</c:v>
                </c:pt>
                <c:pt idx="44">
                  <c:v>43133</c:v>
                </c:pt>
                <c:pt idx="45">
                  <c:v>43140</c:v>
                </c:pt>
                <c:pt idx="46">
                  <c:v>43147</c:v>
                </c:pt>
                <c:pt idx="47">
                  <c:v>43154</c:v>
                </c:pt>
                <c:pt idx="48">
                  <c:v>43161</c:v>
                </c:pt>
                <c:pt idx="49">
                  <c:v>43168</c:v>
                </c:pt>
                <c:pt idx="50">
                  <c:v>43175</c:v>
                </c:pt>
                <c:pt idx="51">
                  <c:v>43182</c:v>
                </c:pt>
                <c:pt idx="52">
                  <c:v>43189</c:v>
                </c:pt>
                <c:pt idx="53">
                  <c:v>43196</c:v>
                </c:pt>
                <c:pt idx="54">
                  <c:v>43203</c:v>
                </c:pt>
                <c:pt idx="55">
                  <c:v>43210</c:v>
                </c:pt>
                <c:pt idx="56">
                  <c:v>43217</c:v>
                </c:pt>
                <c:pt idx="57">
                  <c:v>43224</c:v>
                </c:pt>
                <c:pt idx="58">
                  <c:v>43231</c:v>
                </c:pt>
                <c:pt idx="59">
                  <c:v>43238</c:v>
                </c:pt>
                <c:pt idx="60">
                  <c:v>43245</c:v>
                </c:pt>
                <c:pt idx="61">
                  <c:v>43252</c:v>
                </c:pt>
                <c:pt idx="62">
                  <c:v>43259</c:v>
                </c:pt>
                <c:pt idx="63">
                  <c:v>43266</c:v>
                </c:pt>
                <c:pt idx="64">
                  <c:v>43273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70</c:v>
                </c:pt>
                <c:pt idx="1">
                  <c:v>120</c:v>
                </c:pt>
                <c:pt idx="2">
                  <c:v>120</c:v>
                </c:pt>
                <c:pt idx="3">
                  <c:v>110</c:v>
                </c:pt>
                <c:pt idx="4">
                  <c:v>110</c:v>
                </c:pt>
                <c:pt idx="5">
                  <c:v>100</c:v>
                </c:pt>
                <c:pt idx="6">
                  <c:v>110</c:v>
                </c:pt>
                <c:pt idx="7">
                  <c:v>100</c:v>
                </c:pt>
                <c:pt idx="8">
                  <c:v>160</c:v>
                </c:pt>
                <c:pt idx="9">
                  <c:v>220</c:v>
                </c:pt>
                <c:pt idx="10">
                  <c:v>180</c:v>
                </c:pt>
                <c:pt idx="11">
                  <c:v>180</c:v>
                </c:pt>
                <c:pt idx="12">
                  <c:v>140</c:v>
                </c:pt>
                <c:pt idx="13">
                  <c:v>100</c:v>
                </c:pt>
                <c:pt idx="14">
                  <c:v>110</c:v>
                </c:pt>
                <c:pt idx="15">
                  <c:v>110</c:v>
                </c:pt>
                <c:pt idx="16">
                  <c:v>100</c:v>
                </c:pt>
                <c:pt idx="17">
                  <c:v>100</c:v>
                </c:pt>
                <c:pt idx="18">
                  <c:v>90</c:v>
                </c:pt>
                <c:pt idx="19">
                  <c:v>110</c:v>
                </c:pt>
                <c:pt idx="20">
                  <c:v>100</c:v>
                </c:pt>
                <c:pt idx="21">
                  <c:v>110</c:v>
                </c:pt>
                <c:pt idx="22">
                  <c:v>110</c:v>
                </c:pt>
                <c:pt idx="23">
                  <c:v>120</c:v>
                </c:pt>
                <c:pt idx="24">
                  <c:v>120</c:v>
                </c:pt>
                <c:pt idx="25">
                  <c:v>130</c:v>
                </c:pt>
                <c:pt idx="26">
                  <c:v>120</c:v>
                </c:pt>
                <c:pt idx="27">
                  <c:v>130</c:v>
                </c:pt>
                <c:pt idx="28">
                  <c:v>130</c:v>
                </c:pt>
                <c:pt idx="29">
                  <c:v>130</c:v>
                </c:pt>
                <c:pt idx="30">
                  <c:v>110</c:v>
                </c:pt>
                <c:pt idx="31">
                  <c:v>120</c:v>
                </c:pt>
                <c:pt idx="32">
                  <c:v>130</c:v>
                </c:pt>
                <c:pt idx="33">
                  <c:v>170</c:v>
                </c:pt>
                <c:pt idx="34">
                  <c:v>160</c:v>
                </c:pt>
                <c:pt idx="35">
                  <c:v>150</c:v>
                </c:pt>
                <c:pt idx="36">
                  <c:v>220</c:v>
                </c:pt>
                <c:pt idx="37">
                  <c:v>250</c:v>
                </c:pt>
                <c:pt idx="38">
                  <c:v>230</c:v>
                </c:pt>
                <c:pt idx="39">
                  <c:v>250</c:v>
                </c:pt>
                <c:pt idx="40">
                  <c:v>200</c:v>
                </c:pt>
                <c:pt idx="41">
                  <c:v>140</c:v>
                </c:pt>
                <c:pt idx="42">
                  <c:v>130</c:v>
                </c:pt>
                <c:pt idx="43">
                  <c:v>140</c:v>
                </c:pt>
                <c:pt idx="44">
                  <c:v>350</c:v>
                </c:pt>
                <c:pt idx="45">
                  <c:v>160</c:v>
                </c:pt>
                <c:pt idx="46">
                  <c:v>130</c:v>
                </c:pt>
                <c:pt idx="47">
                  <c:v>140</c:v>
                </c:pt>
                <c:pt idx="48">
                  <c:v>140</c:v>
                </c:pt>
                <c:pt idx="49">
                  <c:v>130</c:v>
                </c:pt>
                <c:pt idx="50">
                  <c:v>150</c:v>
                </c:pt>
                <c:pt idx="51">
                  <c:v>140</c:v>
                </c:pt>
                <c:pt idx="52">
                  <c:v>350</c:v>
                </c:pt>
                <c:pt idx="53">
                  <c:v>150</c:v>
                </c:pt>
                <c:pt idx="54">
                  <c:v>140</c:v>
                </c:pt>
                <c:pt idx="55">
                  <c:v>130</c:v>
                </c:pt>
                <c:pt idx="56">
                  <c:v>120</c:v>
                </c:pt>
                <c:pt idx="57">
                  <c:v>130</c:v>
                </c:pt>
                <c:pt idx="58">
                  <c:v>140</c:v>
                </c:pt>
                <c:pt idx="59">
                  <c:v>140</c:v>
                </c:pt>
                <c:pt idx="60">
                  <c:v>130</c:v>
                </c:pt>
                <c:pt idx="61">
                  <c:v>130</c:v>
                </c:pt>
                <c:pt idx="62">
                  <c:v>120</c:v>
                </c:pt>
                <c:pt idx="63">
                  <c:v>250</c:v>
                </c:pt>
                <c:pt idx="64">
                  <c:v>240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42825</c:v>
                </c:pt>
                <c:pt idx="1">
                  <c:v>42832</c:v>
                </c:pt>
                <c:pt idx="2">
                  <c:v>42839</c:v>
                </c:pt>
                <c:pt idx="3">
                  <c:v>42846</c:v>
                </c:pt>
                <c:pt idx="4">
                  <c:v>42853</c:v>
                </c:pt>
                <c:pt idx="5">
                  <c:v>42860</c:v>
                </c:pt>
                <c:pt idx="6">
                  <c:v>42867</c:v>
                </c:pt>
                <c:pt idx="7">
                  <c:v>42874</c:v>
                </c:pt>
                <c:pt idx="8">
                  <c:v>42881</c:v>
                </c:pt>
                <c:pt idx="9">
                  <c:v>42888</c:v>
                </c:pt>
                <c:pt idx="10">
                  <c:v>42895</c:v>
                </c:pt>
                <c:pt idx="11">
                  <c:v>42902</c:v>
                </c:pt>
                <c:pt idx="12">
                  <c:v>42909</c:v>
                </c:pt>
                <c:pt idx="13">
                  <c:v>42916</c:v>
                </c:pt>
                <c:pt idx="14">
                  <c:v>42923</c:v>
                </c:pt>
                <c:pt idx="15">
                  <c:v>42930</c:v>
                </c:pt>
                <c:pt idx="16">
                  <c:v>42937</c:v>
                </c:pt>
                <c:pt idx="17">
                  <c:v>42944</c:v>
                </c:pt>
                <c:pt idx="18">
                  <c:v>42951</c:v>
                </c:pt>
                <c:pt idx="19">
                  <c:v>42958</c:v>
                </c:pt>
                <c:pt idx="20">
                  <c:v>42965</c:v>
                </c:pt>
                <c:pt idx="21">
                  <c:v>42972</c:v>
                </c:pt>
                <c:pt idx="22">
                  <c:v>42979</c:v>
                </c:pt>
                <c:pt idx="23">
                  <c:v>42986</c:v>
                </c:pt>
                <c:pt idx="24">
                  <c:v>42993</c:v>
                </c:pt>
                <c:pt idx="25">
                  <c:v>43000</c:v>
                </c:pt>
                <c:pt idx="26">
                  <c:v>43007</c:v>
                </c:pt>
                <c:pt idx="27">
                  <c:v>43014</c:v>
                </c:pt>
                <c:pt idx="28">
                  <c:v>43021</c:v>
                </c:pt>
                <c:pt idx="29">
                  <c:v>43028</c:v>
                </c:pt>
                <c:pt idx="30">
                  <c:v>43035</c:v>
                </c:pt>
                <c:pt idx="31">
                  <c:v>43042</c:v>
                </c:pt>
                <c:pt idx="32">
                  <c:v>43049</c:v>
                </c:pt>
                <c:pt idx="33">
                  <c:v>43056</c:v>
                </c:pt>
                <c:pt idx="34">
                  <c:v>43063</c:v>
                </c:pt>
                <c:pt idx="35">
                  <c:v>43070</c:v>
                </c:pt>
                <c:pt idx="36">
                  <c:v>43077</c:v>
                </c:pt>
                <c:pt idx="37">
                  <c:v>43084</c:v>
                </c:pt>
                <c:pt idx="38">
                  <c:v>43091</c:v>
                </c:pt>
                <c:pt idx="39">
                  <c:v>43098</c:v>
                </c:pt>
                <c:pt idx="40">
                  <c:v>43105</c:v>
                </c:pt>
                <c:pt idx="41">
                  <c:v>43112</c:v>
                </c:pt>
                <c:pt idx="42">
                  <c:v>43119</c:v>
                </c:pt>
                <c:pt idx="43">
                  <c:v>43126</c:v>
                </c:pt>
                <c:pt idx="44">
                  <c:v>43133</c:v>
                </c:pt>
                <c:pt idx="45">
                  <c:v>43140</c:v>
                </c:pt>
                <c:pt idx="46">
                  <c:v>43147</c:v>
                </c:pt>
                <c:pt idx="47">
                  <c:v>43154</c:v>
                </c:pt>
                <c:pt idx="48">
                  <c:v>43161</c:v>
                </c:pt>
                <c:pt idx="49">
                  <c:v>43168</c:v>
                </c:pt>
                <c:pt idx="50">
                  <c:v>43175</c:v>
                </c:pt>
                <c:pt idx="51">
                  <c:v>43182</c:v>
                </c:pt>
                <c:pt idx="52">
                  <c:v>43189</c:v>
                </c:pt>
                <c:pt idx="53">
                  <c:v>43196</c:v>
                </c:pt>
                <c:pt idx="54">
                  <c:v>43203</c:v>
                </c:pt>
                <c:pt idx="55">
                  <c:v>43210</c:v>
                </c:pt>
                <c:pt idx="56">
                  <c:v>43217</c:v>
                </c:pt>
                <c:pt idx="57">
                  <c:v>43224</c:v>
                </c:pt>
                <c:pt idx="58">
                  <c:v>43231</c:v>
                </c:pt>
                <c:pt idx="59">
                  <c:v>43238</c:v>
                </c:pt>
                <c:pt idx="60">
                  <c:v>43245</c:v>
                </c:pt>
                <c:pt idx="61">
                  <c:v>43252</c:v>
                </c:pt>
                <c:pt idx="62">
                  <c:v>43259</c:v>
                </c:pt>
                <c:pt idx="63">
                  <c:v>43266</c:v>
                </c:pt>
                <c:pt idx="64">
                  <c:v>43273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80</c:v>
                </c:pt>
                <c:pt idx="1">
                  <c:v>110</c:v>
                </c:pt>
                <c:pt idx="2">
                  <c:v>120</c:v>
                </c:pt>
                <c:pt idx="3">
                  <c:v>120</c:v>
                </c:pt>
                <c:pt idx="4">
                  <c:v>130</c:v>
                </c:pt>
                <c:pt idx="5">
                  <c:v>120</c:v>
                </c:pt>
                <c:pt idx="6">
                  <c:v>120</c:v>
                </c:pt>
                <c:pt idx="7">
                  <c:v>120</c:v>
                </c:pt>
                <c:pt idx="8">
                  <c:v>170</c:v>
                </c:pt>
                <c:pt idx="9">
                  <c:v>220</c:v>
                </c:pt>
                <c:pt idx="10">
                  <c:v>200</c:v>
                </c:pt>
                <c:pt idx="11">
                  <c:v>180</c:v>
                </c:pt>
                <c:pt idx="12">
                  <c:v>140</c:v>
                </c:pt>
                <c:pt idx="13">
                  <c:v>100</c:v>
                </c:pt>
                <c:pt idx="14">
                  <c:v>100</c:v>
                </c:pt>
                <c:pt idx="15">
                  <c:v>110</c:v>
                </c:pt>
                <c:pt idx="16">
                  <c:v>110</c:v>
                </c:pt>
                <c:pt idx="17">
                  <c:v>100</c:v>
                </c:pt>
                <c:pt idx="18">
                  <c:v>110</c:v>
                </c:pt>
                <c:pt idx="19">
                  <c:v>110</c:v>
                </c:pt>
                <c:pt idx="20">
                  <c:v>100</c:v>
                </c:pt>
                <c:pt idx="21">
                  <c:v>110</c:v>
                </c:pt>
                <c:pt idx="22">
                  <c:v>120</c:v>
                </c:pt>
                <c:pt idx="23">
                  <c:v>120</c:v>
                </c:pt>
                <c:pt idx="24">
                  <c:v>130</c:v>
                </c:pt>
                <c:pt idx="25">
                  <c:v>130</c:v>
                </c:pt>
                <c:pt idx="26">
                  <c:v>130</c:v>
                </c:pt>
                <c:pt idx="27">
                  <c:v>140</c:v>
                </c:pt>
                <c:pt idx="28">
                  <c:v>140</c:v>
                </c:pt>
                <c:pt idx="29">
                  <c:v>130</c:v>
                </c:pt>
                <c:pt idx="30">
                  <c:v>120</c:v>
                </c:pt>
                <c:pt idx="31">
                  <c:v>120</c:v>
                </c:pt>
                <c:pt idx="32">
                  <c:v>130</c:v>
                </c:pt>
                <c:pt idx="33">
                  <c:v>190</c:v>
                </c:pt>
                <c:pt idx="34">
                  <c:v>180</c:v>
                </c:pt>
                <c:pt idx="35">
                  <c:v>150</c:v>
                </c:pt>
                <c:pt idx="36">
                  <c:v>240</c:v>
                </c:pt>
                <c:pt idx="37">
                  <c:v>270</c:v>
                </c:pt>
                <c:pt idx="38">
                  <c:v>230</c:v>
                </c:pt>
                <c:pt idx="39">
                  <c:v>250</c:v>
                </c:pt>
                <c:pt idx="40">
                  <c:v>210</c:v>
                </c:pt>
                <c:pt idx="41">
                  <c:v>150</c:v>
                </c:pt>
                <c:pt idx="42">
                  <c:v>140</c:v>
                </c:pt>
                <c:pt idx="43">
                  <c:v>130</c:v>
                </c:pt>
                <c:pt idx="44">
                  <c:v>370</c:v>
                </c:pt>
                <c:pt idx="45">
                  <c:v>160</c:v>
                </c:pt>
                <c:pt idx="46">
                  <c:v>160</c:v>
                </c:pt>
                <c:pt idx="47">
                  <c:v>140</c:v>
                </c:pt>
                <c:pt idx="48">
                  <c:v>150</c:v>
                </c:pt>
                <c:pt idx="49">
                  <c:v>130</c:v>
                </c:pt>
                <c:pt idx="50">
                  <c:v>150</c:v>
                </c:pt>
                <c:pt idx="51">
                  <c:v>140</c:v>
                </c:pt>
                <c:pt idx="52">
                  <c:v>150</c:v>
                </c:pt>
                <c:pt idx="53">
                  <c:v>150</c:v>
                </c:pt>
                <c:pt idx="54">
                  <c:v>140</c:v>
                </c:pt>
                <c:pt idx="55">
                  <c:v>130</c:v>
                </c:pt>
                <c:pt idx="56">
                  <c:v>150</c:v>
                </c:pt>
                <c:pt idx="57">
                  <c:v>120</c:v>
                </c:pt>
                <c:pt idx="58">
                  <c:v>140</c:v>
                </c:pt>
                <c:pt idx="59">
                  <c:v>150</c:v>
                </c:pt>
                <c:pt idx="60">
                  <c:v>140</c:v>
                </c:pt>
                <c:pt idx="61">
                  <c:v>140</c:v>
                </c:pt>
                <c:pt idx="62">
                  <c:v>120</c:v>
                </c:pt>
                <c:pt idx="63">
                  <c:v>220</c:v>
                </c:pt>
                <c:pt idx="64">
                  <c:v>250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42825</c:v>
                </c:pt>
                <c:pt idx="1">
                  <c:v>42832</c:v>
                </c:pt>
                <c:pt idx="2">
                  <c:v>42839</c:v>
                </c:pt>
                <c:pt idx="3">
                  <c:v>42846</c:v>
                </c:pt>
                <c:pt idx="4">
                  <c:v>42853</c:v>
                </c:pt>
                <c:pt idx="5">
                  <c:v>42860</c:v>
                </c:pt>
                <c:pt idx="6">
                  <c:v>42867</c:v>
                </c:pt>
                <c:pt idx="7">
                  <c:v>42874</c:v>
                </c:pt>
                <c:pt idx="8">
                  <c:v>42881</c:v>
                </c:pt>
                <c:pt idx="9">
                  <c:v>42888</c:v>
                </c:pt>
                <c:pt idx="10">
                  <c:v>42895</c:v>
                </c:pt>
                <c:pt idx="11">
                  <c:v>42902</c:v>
                </c:pt>
                <c:pt idx="12">
                  <c:v>42909</c:v>
                </c:pt>
                <c:pt idx="13">
                  <c:v>42916</c:v>
                </c:pt>
                <c:pt idx="14">
                  <c:v>42923</c:v>
                </c:pt>
                <c:pt idx="15">
                  <c:v>42930</c:v>
                </c:pt>
                <c:pt idx="16">
                  <c:v>42937</c:v>
                </c:pt>
                <c:pt idx="17">
                  <c:v>42944</c:v>
                </c:pt>
                <c:pt idx="18">
                  <c:v>42951</c:v>
                </c:pt>
                <c:pt idx="19">
                  <c:v>42958</c:v>
                </c:pt>
                <c:pt idx="20">
                  <c:v>42965</c:v>
                </c:pt>
                <c:pt idx="21">
                  <c:v>42972</c:v>
                </c:pt>
                <c:pt idx="22">
                  <c:v>42979</c:v>
                </c:pt>
                <c:pt idx="23">
                  <c:v>42986</c:v>
                </c:pt>
                <c:pt idx="24">
                  <c:v>42993</c:v>
                </c:pt>
                <c:pt idx="25">
                  <c:v>43000</c:v>
                </c:pt>
                <c:pt idx="26">
                  <c:v>43007</c:v>
                </c:pt>
                <c:pt idx="27">
                  <c:v>43014</c:v>
                </c:pt>
                <c:pt idx="28">
                  <c:v>43021</c:v>
                </c:pt>
                <c:pt idx="29">
                  <c:v>43028</c:v>
                </c:pt>
                <c:pt idx="30">
                  <c:v>43035</c:v>
                </c:pt>
                <c:pt idx="31">
                  <c:v>43042</c:v>
                </c:pt>
                <c:pt idx="32">
                  <c:v>43049</c:v>
                </c:pt>
                <c:pt idx="33">
                  <c:v>43056</c:v>
                </c:pt>
                <c:pt idx="34">
                  <c:v>43063</c:v>
                </c:pt>
                <c:pt idx="35">
                  <c:v>43070</c:v>
                </c:pt>
                <c:pt idx="36">
                  <c:v>43077</c:v>
                </c:pt>
                <c:pt idx="37">
                  <c:v>43084</c:v>
                </c:pt>
                <c:pt idx="38">
                  <c:v>43091</c:v>
                </c:pt>
                <c:pt idx="39">
                  <c:v>43098</c:v>
                </c:pt>
                <c:pt idx="40">
                  <c:v>43105</c:v>
                </c:pt>
                <c:pt idx="41">
                  <c:v>43112</c:v>
                </c:pt>
                <c:pt idx="42">
                  <c:v>43119</c:v>
                </c:pt>
                <c:pt idx="43">
                  <c:v>43126</c:v>
                </c:pt>
                <c:pt idx="44">
                  <c:v>43133</c:v>
                </c:pt>
                <c:pt idx="45">
                  <c:v>43140</c:v>
                </c:pt>
                <c:pt idx="46">
                  <c:v>43147</c:v>
                </c:pt>
                <c:pt idx="47">
                  <c:v>43154</c:v>
                </c:pt>
                <c:pt idx="48">
                  <c:v>43161</c:v>
                </c:pt>
                <c:pt idx="49">
                  <c:v>43168</c:v>
                </c:pt>
                <c:pt idx="50">
                  <c:v>43175</c:v>
                </c:pt>
                <c:pt idx="51">
                  <c:v>43182</c:v>
                </c:pt>
                <c:pt idx="52">
                  <c:v>43189</c:v>
                </c:pt>
                <c:pt idx="53">
                  <c:v>43196</c:v>
                </c:pt>
                <c:pt idx="54">
                  <c:v>43203</c:v>
                </c:pt>
                <c:pt idx="55">
                  <c:v>43210</c:v>
                </c:pt>
                <c:pt idx="56">
                  <c:v>43217</c:v>
                </c:pt>
                <c:pt idx="57">
                  <c:v>43224</c:v>
                </c:pt>
                <c:pt idx="58">
                  <c:v>43231</c:v>
                </c:pt>
                <c:pt idx="59">
                  <c:v>43238</c:v>
                </c:pt>
                <c:pt idx="60">
                  <c:v>43245</c:v>
                </c:pt>
                <c:pt idx="61">
                  <c:v>43252</c:v>
                </c:pt>
                <c:pt idx="62">
                  <c:v>43259</c:v>
                </c:pt>
                <c:pt idx="63">
                  <c:v>43266</c:v>
                </c:pt>
                <c:pt idx="64">
                  <c:v>43273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350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37013695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Face Care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>
                <a:solidFill>
                  <a:schemeClr val="accent1"/>
                </a:solidFill>
                <a:latin typeface="Pluto Sans Regular" panose="02000000000000000000" pitchFamily="50" charset="0"/>
              </a:rPr>
              <a:t>#1 sales week</a:t>
            </a:r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4737996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5,409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73%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13%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14%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86%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5862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333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Secondary Item (Merch)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743851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Health And Beauty Aids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Face Care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8388778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3.8M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83K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2.2%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6.5%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10.6%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24609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TIS Program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0037613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151%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4%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1316</TotalTime>
  <Words>141</Words>
  <Application>Microsoft Office PowerPoint</Application>
  <PresentationFormat>Custom</PresentationFormat>
  <Paragraphs>42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Office Theme</vt:lpstr>
      <vt:lpstr>Face Care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368</cp:revision>
  <dcterms:created xsi:type="dcterms:W3CDTF">2018-12-12T20:08:26Z</dcterms:created>
  <dcterms:modified xsi:type="dcterms:W3CDTF">2019-08-13T20:41:53Z</dcterms:modified>
</cp:coreProperties>
</file>