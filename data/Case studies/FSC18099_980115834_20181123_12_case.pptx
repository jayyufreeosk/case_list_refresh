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258" y="102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10</c:v>
                </c:pt>
                <c:pt idx="47">
                  <c:v>20</c:v>
                </c:pt>
                <c:pt idx="48">
                  <c:v>30</c:v>
                </c:pt>
                <c:pt idx="49">
                  <c:v>60</c:v>
                </c:pt>
                <c:pt idx="50">
                  <c:v>60</c:v>
                </c:pt>
                <c:pt idx="51">
                  <c:v>60</c:v>
                </c:pt>
                <c:pt idx="52">
                  <c:v>160</c:v>
                </c:pt>
                <c:pt idx="53">
                  <c:v>70</c:v>
                </c:pt>
                <c:pt idx="54">
                  <c:v>80</c:v>
                </c:pt>
                <c:pt idx="55">
                  <c:v>80</c:v>
                </c:pt>
                <c:pt idx="56">
                  <c:v>60</c:v>
                </c:pt>
                <c:pt idx="57">
                  <c:v>60</c:v>
                </c:pt>
                <c:pt idx="58">
                  <c:v>70</c:v>
                </c:pt>
                <c:pt idx="59">
                  <c:v>60</c:v>
                </c:pt>
                <c:pt idx="60">
                  <c:v>60</c:v>
                </c:pt>
                <c:pt idx="61">
                  <c:v>70</c:v>
                </c:pt>
                <c:pt idx="62">
                  <c:v>80</c:v>
                </c:pt>
                <c:pt idx="63">
                  <c:v>70</c:v>
                </c:pt>
                <c:pt idx="64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10</c:v>
                </c:pt>
                <c:pt idx="40">
                  <c:v>150</c:v>
                </c:pt>
                <c:pt idx="41">
                  <c:v>170</c:v>
                </c:pt>
                <c:pt idx="42">
                  <c:v>100</c:v>
                </c:pt>
                <c:pt idx="43">
                  <c:v>50</c:v>
                </c:pt>
                <c:pt idx="44">
                  <c:v>50</c:v>
                </c:pt>
                <c:pt idx="45">
                  <c:v>40</c:v>
                </c:pt>
                <c:pt idx="46">
                  <c:v>60</c:v>
                </c:pt>
                <c:pt idx="47">
                  <c:v>80</c:v>
                </c:pt>
                <c:pt idx="48">
                  <c:v>80</c:v>
                </c:pt>
                <c:pt idx="49">
                  <c:v>70</c:v>
                </c:pt>
                <c:pt idx="50">
                  <c:v>90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90</c:v>
                </c:pt>
                <c:pt idx="55">
                  <c:v>110</c:v>
                </c:pt>
                <c:pt idx="56">
                  <c:v>80</c:v>
                </c:pt>
                <c:pt idx="57">
                  <c:v>90</c:v>
                </c:pt>
                <c:pt idx="58">
                  <c:v>100</c:v>
                </c:pt>
                <c:pt idx="59">
                  <c:v>90</c:v>
                </c:pt>
                <c:pt idx="60">
                  <c:v>100</c:v>
                </c:pt>
                <c:pt idx="61">
                  <c:v>110</c:v>
                </c:pt>
                <c:pt idx="62">
                  <c:v>90</c:v>
                </c:pt>
                <c:pt idx="63">
                  <c:v>100</c:v>
                </c:pt>
                <c:pt idx="64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F430-49F8-9940-BB3755EF995F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160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  <c:min val="43041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375526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Face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07413" y="4004219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26162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896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20%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99%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Face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947245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943K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96754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199%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24%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1214</TotalTime>
  <Words>139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Face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349</cp:revision>
  <dcterms:created xsi:type="dcterms:W3CDTF">2018-12-12T20:08:26Z</dcterms:created>
  <dcterms:modified xsi:type="dcterms:W3CDTF">2019-08-14T15:34:25Z</dcterms:modified>
</cp:coreProperties>
</file>