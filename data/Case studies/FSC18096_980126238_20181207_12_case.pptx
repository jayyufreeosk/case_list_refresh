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10</c:v>
                </c:pt>
                <c:pt idx="44">
                  <c:v>40</c:v>
                </c:pt>
                <c:pt idx="45">
                  <c:v>50</c:v>
                </c:pt>
                <c:pt idx="46">
                  <c:v>70</c:v>
                </c:pt>
                <c:pt idx="47">
                  <c:v>80</c:v>
                </c:pt>
                <c:pt idx="48">
                  <c:v>50</c:v>
                </c:pt>
                <c:pt idx="49">
                  <c:v>50</c:v>
                </c:pt>
                <c:pt idx="50">
                  <c:v>40</c:v>
                </c:pt>
                <c:pt idx="51">
                  <c:v>60</c:v>
                </c:pt>
                <c:pt idx="52">
                  <c:v>200</c:v>
                </c:pt>
                <c:pt idx="53">
                  <c:v>70</c:v>
                </c:pt>
                <c:pt idx="54">
                  <c:v>90</c:v>
                </c:pt>
                <c:pt idx="55">
                  <c:v>210</c:v>
                </c:pt>
                <c:pt idx="56">
                  <c:v>230</c:v>
                </c:pt>
                <c:pt idx="57">
                  <c:v>190</c:v>
                </c:pt>
                <c:pt idx="58">
                  <c:v>160</c:v>
                </c:pt>
                <c:pt idx="59">
                  <c:v>160</c:v>
                </c:pt>
                <c:pt idx="60">
                  <c:v>70</c:v>
                </c:pt>
                <c:pt idx="61">
                  <c:v>60</c:v>
                </c:pt>
                <c:pt idx="62">
                  <c:v>60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10</c:v>
                </c:pt>
                <c:pt idx="44">
                  <c:v>30</c:v>
                </c:pt>
                <c:pt idx="45">
                  <c:v>40</c:v>
                </c:pt>
                <c:pt idx="46">
                  <c:v>60</c:v>
                </c:pt>
                <c:pt idx="47">
                  <c:v>70</c:v>
                </c:pt>
                <c:pt idx="48">
                  <c:v>40</c:v>
                </c:pt>
                <c:pt idx="49">
                  <c:v>40</c:v>
                </c:pt>
                <c:pt idx="50">
                  <c:v>30</c:v>
                </c:pt>
                <c:pt idx="51">
                  <c:v>40</c:v>
                </c:pt>
                <c:pt idx="52">
                  <c:v>40</c:v>
                </c:pt>
                <c:pt idx="53">
                  <c:v>40</c:v>
                </c:pt>
                <c:pt idx="54">
                  <c:v>70</c:v>
                </c:pt>
                <c:pt idx="55">
                  <c:v>160</c:v>
                </c:pt>
                <c:pt idx="56">
                  <c:v>170</c:v>
                </c:pt>
                <c:pt idx="57">
                  <c:v>150</c:v>
                </c:pt>
                <c:pt idx="58">
                  <c:v>120</c:v>
                </c:pt>
                <c:pt idx="59">
                  <c:v>110</c:v>
                </c:pt>
                <c:pt idx="60">
                  <c:v>60</c:v>
                </c:pt>
                <c:pt idx="61">
                  <c:v>50</c:v>
                </c:pt>
                <c:pt idx="62">
                  <c:v>60</c:v>
                </c:pt>
                <c:pt idx="63">
                  <c:v>60</c:v>
                </c:pt>
                <c:pt idx="6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668A-481B-AA26-99DA96E2576F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055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42300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Minerals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3418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719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2276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Minerals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7500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978K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63896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131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Minerals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358</cp:revision>
  <dcterms:created xsi:type="dcterms:W3CDTF">2018-12-12T20:08:26Z</dcterms:created>
  <dcterms:modified xsi:type="dcterms:W3CDTF">2019-08-14T15:59:42Z</dcterms:modified>
</cp:coreProperties>
</file>