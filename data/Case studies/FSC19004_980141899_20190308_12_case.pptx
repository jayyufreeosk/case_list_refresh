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258" y="102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0</c:v>
                </c:pt>
                <c:pt idx="30">
                  <c:v>30</c:v>
                </c:pt>
                <c:pt idx="31">
                  <c:v>60</c:v>
                </c:pt>
                <c:pt idx="32">
                  <c:v>110</c:v>
                </c:pt>
                <c:pt idx="33">
                  <c:v>140</c:v>
                </c:pt>
                <c:pt idx="34">
                  <c:v>210</c:v>
                </c:pt>
                <c:pt idx="35">
                  <c:v>230</c:v>
                </c:pt>
                <c:pt idx="36">
                  <c:v>230</c:v>
                </c:pt>
                <c:pt idx="37">
                  <c:v>220</c:v>
                </c:pt>
                <c:pt idx="38">
                  <c:v>320</c:v>
                </c:pt>
                <c:pt idx="39">
                  <c:v>300</c:v>
                </c:pt>
                <c:pt idx="40">
                  <c:v>290</c:v>
                </c:pt>
                <c:pt idx="41">
                  <c:v>240</c:v>
                </c:pt>
                <c:pt idx="42">
                  <c:v>630</c:v>
                </c:pt>
                <c:pt idx="43">
                  <c:v>850</c:v>
                </c:pt>
                <c:pt idx="44">
                  <c:v>790</c:v>
                </c:pt>
                <c:pt idx="45">
                  <c:v>750</c:v>
                </c:pt>
                <c:pt idx="46">
                  <c:v>680</c:v>
                </c:pt>
                <c:pt idx="47">
                  <c:v>480</c:v>
                </c:pt>
                <c:pt idx="48">
                  <c:v>500</c:v>
                </c:pt>
                <c:pt idx="49">
                  <c:v>480</c:v>
                </c:pt>
                <c:pt idx="50">
                  <c:v>530</c:v>
                </c:pt>
                <c:pt idx="51">
                  <c:v>600</c:v>
                </c:pt>
                <c:pt idx="52">
                  <c:v>640</c:v>
                </c:pt>
                <c:pt idx="53">
                  <c:v>430</c:v>
                </c:pt>
                <c:pt idx="54">
                  <c:v>470</c:v>
                </c:pt>
                <c:pt idx="55">
                  <c:v>490</c:v>
                </c:pt>
                <c:pt idx="56">
                  <c:v>470</c:v>
                </c:pt>
                <c:pt idx="57">
                  <c:v>450</c:v>
                </c:pt>
                <c:pt idx="58">
                  <c:v>360</c:v>
                </c:pt>
                <c:pt idx="59">
                  <c:v>450</c:v>
                </c:pt>
                <c:pt idx="60">
                  <c:v>480</c:v>
                </c:pt>
                <c:pt idx="61">
                  <c:v>480</c:v>
                </c:pt>
                <c:pt idx="62">
                  <c:v>440</c:v>
                </c:pt>
                <c:pt idx="63">
                  <c:v>370</c:v>
                </c:pt>
                <c:pt idx="64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10</c:v>
                </c:pt>
                <c:pt idx="30">
                  <c:v>50</c:v>
                </c:pt>
                <c:pt idx="31">
                  <c:v>80</c:v>
                </c:pt>
                <c:pt idx="32">
                  <c:v>140</c:v>
                </c:pt>
                <c:pt idx="33">
                  <c:v>170</c:v>
                </c:pt>
                <c:pt idx="34">
                  <c:v>230</c:v>
                </c:pt>
                <c:pt idx="35">
                  <c:v>260</c:v>
                </c:pt>
                <c:pt idx="36">
                  <c:v>240</c:v>
                </c:pt>
                <c:pt idx="37">
                  <c:v>240</c:v>
                </c:pt>
                <c:pt idx="38">
                  <c:v>350</c:v>
                </c:pt>
                <c:pt idx="39">
                  <c:v>330</c:v>
                </c:pt>
                <c:pt idx="40">
                  <c:v>320</c:v>
                </c:pt>
                <c:pt idx="41">
                  <c:v>270</c:v>
                </c:pt>
                <c:pt idx="42">
                  <c:v>680</c:v>
                </c:pt>
                <c:pt idx="43">
                  <c:v>890</c:v>
                </c:pt>
                <c:pt idx="44">
                  <c:v>830</c:v>
                </c:pt>
                <c:pt idx="45">
                  <c:v>790</c:v>
                </c:pt>
                <c:pt idx="46">
                  <c:v>700</c:v>
                </c:pt>
                <c:pt idx="47">
                  <c:v>490</c:v>
                </c:pt>
                <c:pt idx="48">
                  <c:v>540</c:v>
                </c:pt>
                <c:pt idx="49">
                  <c:v>530</c:v>
                </c:pt>
                <c:pt idx="50">
                  <c:v>550</c:v>
                </c:pt>
                <c:pt idx="51">
                  <c:v>600</c:v>
                </c:pt>
                <c:pt idx="52">
                  <c:v>500</c:v>
                </c:pt>
                <c:pt idx="53">
                  <c:v>500</c:v>
                </c:pt>
                <c:pt idx="54">
                  <c:v>490</c:v>
                </c:pt>
                <c:pt idx="55">
                  <c:v>510</c:v>
                </c:pt>
                <c:pt idx="56">
                  <c:v>510</c:v>
                </c:pt>
                <c:pt idx="57">
                  <c:v>470</c:v>
                </c:pt>
                <c:pt idx="58">
                  <c:v>380</c:v>
                </c:pt>
                <c:pt idx="59">
                  <c:v>470</c:v>
                </c:pt>
                <c:pt idx="60">
                  <c:v>490</c:v>
                </c:pt>
                <c:pt idx="61">
                  <c:v>480</c:v>
                </c:pt>
                <c:pt idx="62">
                  <c:v>440</c:v>
                </c:pt>
                <c:pt idx="63">
                  <c:v>380</c:v>
                </c:pt>
                <c:pt idx="64">
                  <c:v>430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30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0-8A00-4CA4-9C58-3A6DD104042F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640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  <c:min val="43146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4075452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Fruit Pouches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473346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2,788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57%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13%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31%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69%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209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884485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Oil - Rice - Fruits - Vegetables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Fruit Pouches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346486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2.4M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20.9%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375391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21%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-10%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141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Fruit Pouches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369</cp:revision>
  <dcterms:created xsi:type="dcterms:W3CDTF">2018-12-12T20:08:26Z</dcterms:created>
  <dcterms:modified xsi:type="dcterms:W3CDTF">2019-08-14T20:02:28Z</dcterms:modified>
</cp:coreProperties>
</file>