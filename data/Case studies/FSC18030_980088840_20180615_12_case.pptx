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0</c:v>
                </c:pt>
                <c:pt idx="28">
                  <c:v>170</c:v>
                </c:pt>
                <c:pt idx="29">
                  <c:v>420</c:v>
                </c:pt>
                <c:pt idx="30">
                  <c:v>440</c:v>
                </c:pt>
                <c:pt idx="31">
                  <c:v>410</c:v>
                </c:pt>
                <c:pt idx="32">
                  <c:v>350</c:v>
                </c:pt>
                <c:pt idx="33">
                  <c:v>300</c:v>
                </c:pt>
                <c:pt idx="34">
                  <c:v>330</c:v>
                </c:pt>
                <c:pt idx="35">
                  <c:v>380</c:v>
                </c:pt>
                <c:pt idx="36">
                  <c:v>510</c:v>
                </c:pt>
                <c:pt idx="37">
                  <c:v>500</c:v>
                </c:pt>
                <c:pt idx="38">
                  <c:v>610</c:v>
                </c:pt>
                <c:pt idx="39">
                  <c:v>620</c:v>
                </c:pt>
                <c:pt idx="40">
                  <c:v>600</c:v>
                </c:pt>
                <c:pt idx="41">
                  <c:v>500</c:v>
                </c:pt>
                <c:pt idx="42">
                  <c:v>620</c:v>
                </c:pt>
                <c:pt idx="43">
                  <c:v>650</c:v>
                </c:pt>
                <c:pt idx="44">
                  <c:v>650</c:v>
                </c:pt>
                <c:pt idx="45">
                  <c:v>650</c:v>
                </c:pt>
                <c:pt idx="46">
                  <c:v>640</c:v>
                </c:pt>
                <c:pt idx="47">
                  <c:v>610</c:v>
                </c:pt>
                <c:pt idx="48">
                  <c:v>620</c:v>
                </c:pt>
                <c:pt idx="49">
                  <c:v>540</c:v>
                </c:pt>
                <c:pt idx="50">
                  <c:v>640</c:v>
                </c:pt>
                <c:pt idx="51">
                  <c:v>620</c:v>
                </c:pt>
                <c:pt idx="52">
                  <c:v>1450</c:v>
                </c:pt>
                <c:pt idx="53">
                  <c:v>650</c:v>
                </c:pt>
                <c:pt idx="54">
                  <c:v>550</c:v>
                </c:pt>
                <c:pt idx="55">
                  <c:v>530</c:v>
                </c:pt>
                <c:pt idx="56">
                  <c:v>640</c:v>
                </c:pt>
                <c:pt idx="57">
                  <c:v>620</c:v>
                </c:pt>
                <c:pt idx="58">
                  <c:v>650</c:v>
                </c:pt>
                <c:pt idx="59">
                  <c:v>710</c:v>
                </c:pt>
                <c:pt idx="60">
                  <c:v>770</c:v>
                </c:pt>
                <c:pt idx="61">
                  <c:v>790</c:v>
                </c:pt>
                <c:pt idx="62">
                  <c:v>670</c:v>
                </c:pt>
                <c:pt idx="63">
                  <c:v>650</c:v>
                </c:pt>
                <c:pt idx="64">
                  <c:v>650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0</c:v>
                </c:pt>
                <c:pt idx="28">
                  <c:v>20</c:v>
                </c:pt>
                <c:pt idx="29">
                  <c:v>60</c:v>
                </c:pt>
                <c:pt idx="30">
                  <c:v>90</c:v>
                </c:pt>
                <c:pt idx="31">
                  <c:v>70</c:v>
                </c:pt>
                <c:pt idx="32">
                  <c:v>60</c:v>
                </c:pt>
                <c:pt idx="33">
                  <c:v>60</c:v>
                </c:pt>
                <c:pt idx="34">
                  <c:v>60</c:v>
                </c:pt>
                <c:pt idx="35">
                  <c:v>80</c:v>
                </c:pt>
                <c:pt idx="36">
                  <c:v>110</c:v>
                </c:pt>
                <c:pt idx="37">
                  <c:v>120</c:v>
                </c:pt>
                <c:pt idx="38">
                  <c:v>280</c:v>
                </c:pt>
                <c:pt idx="39">
                  <c:v>390</c:v>
                </c:pt>
                <c:pt idx="40">
                  <c:v>380</c:v>
                </c:pt>
                <c:pt idx="41">
                  <c:v>370</c:v>
                </c:pt>
                <c:pt idx="42">
                  <c:v>460</c:v>
                </c:pt>
                <c:pt idx="43">
                  <c:v>500</c:v>
                </c:pt>
                <c:pt idx="44">
                  <c:v>460</c:v>
                </c:pt>
                <c:pt idx="45">
                  <c:v>500</c:v>
                </c:pt>
                <c:pt idx="46">
                  <c:v>470</c:v>
                </c:pt>
                <c:pt idx="47">
                  <c:v>420</c:v>
                </c:pt>
                <c:pt idx="48">
                  <c:v>460</c:v>
                </c:pt>
                <c:pt idx="49">
                  <c:v>400</c:v>
                </c:pt>
                <c:pt idx="50">
                  <c:v>490</c:v>
                </c:pt>
                <c:pt idx="51">
                  <c:v>470</c:v>
                </c:pt>
                <c:pt idx="52">
                  <c:v>460</c:v>
                </c:pt>
                <c:pt idx="53">
                  <c:v>430</c:v>
                </c:pt>
                <c:pt idx="54">
                  <c:v>380</c:v>
                </c:pt>
                <c:pt idx="55">
                  <c:v>430</c:v>
                </c:pt>
                <c:pt idx="56">
                  <c:v>440</c:v>
                </c:pt>
                <c:pt idx="57">
                  <c:v>430</c:v>
                </c:pt>
                <c:pt idx="58">
                  <c:v>450</c:v>
                </c:pt>
                <c:pt idx="59">
                  <c:v>500</c:v>
                </c:pt>
                <c:pt idx="60">
                  <c:v>530</c:v>
                </c:pt>
                <c:pt idx="61">
                  <c:v>530</c:v>
                </c:pt>
                <c:pt idx="62">
                  <c:v>510</c:v>
                </c:pt>
                <c:pt idx="63">
                  <c:v>450</c:v>
                </c:pt>
                <c:pt idx="64">
                  <c:v>490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2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43070</c:v>
                </c:pt>
                <c:pt idx="28">
                  <c:v>43077</c:v>
                </c:pt>
                <c:pt idx="29">
                  <c:v>43084</c:v>
                </c:pt>
                <c:pt idx="30">
                  <c:v>43091</c:v>
                </c:pt>
                <c:pt idx="31">
                  <c:v>43098</c:v>
                </c:pt>
                <c:pt idx="32">
                  <c:v>43105</c:v>
                </c:pt>
                <c:pt idx="33">
                  <c:v>43112</c:v>
                </c:pt>
                <c:pt idx="34">
                  <c:v>43119</c:v>
                </c:pt>
                <c:pt idx="35">
                  <c:v>43126</c:v>
                </c:pt>
                <c:pt idx="36">
                  <c:v>43133</c:v>
                </c:pt>
                <c:pt idx="37">
                  <c:v>43140</c:v>
                </c:pt>
                <c:pt idx="38">
                  <c:v>43147</c:v>
                </c:pt>
                <c:pt idx="39">
                  <c:v>43154</c:v>
                </c:pt>
                <c:pt idx="40">
                  <c:v>43161</c:v>
                </c:pt>
                <c:pt idx="41">
                  <c:v>43168</c:v>
                </c:pt>
                <c:pt idx="42">
                  <c:v>43175</c:v>
                </c:pt>
                <c:pt idx="43">
                  <c:v>43182</c:v>
                </c:pt>
                <c:pt idx="44">
                  <c:v>43189</c:v>
                </c:pt>
                <c:pt idx="45">
                  <c:v>43196</c:v>
                </c:pt>
                <c:pt idx="46">
                  <c:v>43203</c:v>
                </c:pt>
                <c:pt idx="47">
                  <c:v>43210</c:v>
                </c:pt>
                <c:pt idx="48">
                  <c:v>43217</c:v>
                </c:pt>
                <c:pt idx="49">
                  <c:v>43224</c:v>
                </c:pt>
                <c:pt idx="50">
                  <c:v>43231</c:v>
                </c:pt>
                <c:pt idx="51">
                  <c:v>43238</c:v>
                </c:pt>
                <c:pt idx="52">
                  <c:v>43245</c:v>
                </c:pt>
                <c:pt idx="53">
                  <c:v>43252</c:v>
                </c:pt>
                <c:pt idx="54">
                  <c:v>43259</c:v>
                </c:pt>
                <c:pt idx="55">
                  <c:v>43266</c:v>
                </c:pt>
                <c:pt idx="56">
                  <c:v>43273</c:v>
                </c:pt>
                <c:pt idx="57">
                  <c:v>43280</c:v>
                </c:pt>
                <c:pt idx="58">
                  <c:v>43287</c:v>
                </c:pt>
                <c:pt idx="59">
                  <c:v>43294</c:v>
                </c:pt>
                <c:pt idx="60">
                  <c:v>43301</c:v>
                </c:pt>
                <c:pt idx="61">
                  <c:v>43308</c:v>
                </c:pt>
                <c:pt idx="62">
                  <c:v>43315</c:v>
                </c:pt>
                <c:pt idx="63">
                  <c:v>43322</c:v>
                </c:pt>
                <c:pt idx="64">
                  <c:v>43329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1450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1073808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Adult Nutrition Bar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9521959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25,816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81%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13%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87%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31682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300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Primary Item (Sample)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8352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Coffee And Breakfast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Adult Nutrition Bar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7342577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3.8M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589K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15.5%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4.4%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17.4%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874014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141%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140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Adult Nutrition Bar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2019-08-13T20:49:02Z</dcterms:modified>
</cp:coreProperties>
</file>