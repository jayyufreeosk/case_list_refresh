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40</c:v>
                </c:pt>
                <c:pt idx="32">
                  <c:v>300</c:v>
                </c:pt>
                <c:pt idx="33">
                  <c:v>510</c:v>
                </c:pt>
                <c:pt idx="34">
                  <c:v>480</c:v>
                </c:pt>
                <c:pt idx="35">
                  <c:v>460</c:v>
                </c:pt>
                <c:pt idx="36">
                  <c:v>480</c:v>
                </c:pt>
                <c:pt idx="37">
                  <c:v>340</c:v>
                </c:pt>
                <c:pt idx="38">
                  <c:v>350</c:v>
                </c:pt>
                <c:pt idx="39">
                  <c:v>360</c:v>
                </c:pt>
                <c:pt idx="40">
                  <c:v>340</c:v>
                </c:pt>
                <c:pt idx="41">
                  <c:v>230</c:v>
                </c:pt>
                <c:pt idx="42">
                  <c:v>210</c:v>
                </c:pt>
                <c:pt idx="43">
                  <c:v>360</c:v>
                </c:pt>
                <c:pt idx="44">
                  <c:v>390</c:v>
                </c:pt>
                <c:pt idx="45">
                  <c:v>340</c:v>
                </c:pt>
                <c:pt idx="46">
                  <c:v>440</c:v>
                </c:pt>
                <c:pt idx="47">
                  <c:v>630</c:v>
                </c:pt>
                <c:pt idx="48">
                  <c:v>370</c:v>
                </c:pt>
                <c:pt idx="49">
                  <c:v>590</c:v>
                </c:pt>
                <c:pt idx="50">
                  <c:v>720</c:v>
                </c:pt>
                <c:pt idx="51">
                  <c:v>450</c:v>
                </c:pt>
                <c:pt idx="52">
                  <c:v>430</c:v>
                </c:pt>
                <c:pt idx="53">
                  <c:v>350</c:v>
                </c:pt>
                <c:pt idx="54">
                  <c:v>360</c:v>
                </c:pt>
                <c:pt idx="55">
                  <c:v>390</c:v>
                </c:pt>
                <c:pt idx="56">
                  <c:v>420</c:v>
                </c:pt>
                <c:pt idx="57">
                  <c:v>430</c:v>
                </c:pt>
                <c:pt idx="58">
                  <c:v>360</c:v>
                </c:pt>
                <c:pt idx="59">
                  <c:v>460</c:v>
                </c:pt>
                <c:pt idx="60">
                  <c:v>560</c:v>
                </c:pt>
                <c:pt idx="61">
                  <c:v>650</c:v>
                </c:pt>
                <c:pt idx="62">
                  <c:v>590</c:v>
                </c:pt>
                <c:pt idx="63">
                  <c:v>660</c:v>
                </c:pt>
                <c:pt idx="64">
                  <c:v>620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10</c:v>
                </c:pt>
                <c:pt idx="32">
                  <c:v>60</c:v>
                </c:pt>
                <c:pt idx="33">
                  <c:v>90</c:v>
                </c:pt>
                <c:pt idx="34">
                  <c:v>80</c:v>
                </c:pt>
                <c:pt idx="35">
                  <c:v>90</c:v>
                </c:pt>
                <c:pt idx="36">
                  <c:v>100</c:v>
                </c:pt>
                <c:pt idx="37">
                  <c:v>70</c:v>
                </c:pt>
                <c:pt idx="38">
                  <c:v>60</c:v>
                </c:pt>
                <c:pt idx="39">
                  <c:v>60</c:v>
                </c:pt>
                <c:pt idx="40">
                  <c:v>60</c:v>
                </c:pt>
                <c:pt idx="41">
                  <c:v>30</c:v>
                </c:pt>
                <c:pt idx="42">
                  <c:v>20</c:v>
                </c:pt>
                <c:pt idx="43">
                  <c:v>60</c:v>
                </c:pt>
                <c:pt idx="44">
                  <c:v>60</c:v>
                </c:pt>
                <c:pt idx="45">
                  <c:v>110</c:v>
                </c:pt>
                <c:pt idx="46">
                  <c:v>230</c:v>
                </c:pt>
                <c:pt idx="47">
                  <c:v>250</c:v>
                </c:pt>
                <c:pt idx="48">
                  <c:v>220</c:v>
                </c:pt>
                <c:pt idx="49">
                  <c:v>210</c:v>
                </c:pt>
                <c:pt idx="50">
                  <c:v>190</c:v>
                </c:pt>
                <c:pt idx="51">
                  <c:v>100</c:v>
                </c:pt>
                <c:pt idx="52">
                  <c:v>80</c:v>
                </c:pt>
                <c:pt idx="53">
                  <c:v>50</c:v>
                </c:pt>
                <c:pt idx="54">
                  <c:v>60</c:v>
                </c:pt>
                <c:pt idx="55">
                  <c:v>80</c:v>
                </c:pt>
                <c:pt idx="56">
                  <c:v>70</c:v>
                </c:pt>
                <c:pt idx="57">
                  <c:v>70</c:v>
                </c:pt>
                <c:pt idx="58">
                  <c:v>80</c:v>
                </c:pt>
                <c:pt idx="59">
                  <c:v>80</c:v>
                </c:pt>
                <c:pt idx="60">
                  <c:v>100</c:v>
                </c:pt>
                <c:pt idx="61">
                  <c:v>120</c:v>
                </c:pt>
                <c:pt idx="62">
                  <c:v>100</c:v>
                </c:pt>
                <c:pt idx="63">
                  <c:v>120</c:v>
                </c:pt>
                <c:pt idx="64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8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457784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Cat Litter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9395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1,827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86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4665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Pet Supplies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Cat Litter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32410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1.0M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57K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26.4%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7801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Cat Litter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2019-06-12T15:46:56Z</dcterms:modified>
</cp:coreProperties>
</file>