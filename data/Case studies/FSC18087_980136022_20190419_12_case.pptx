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6" d="100"/>
          <a:sy n="36" d="100"/>
        </p:scale>
        <p:origin x="1158" y="96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43329</c:v>
                </c:pt>
                <c:pt idx="21">
                  <c:v>43336</c:v>
                </c:pt>
                <c:pt idx="22">
                  <c:v>43343</c:v>
                </c:pt>
                <c:pt idx="23">
                  <c:v>43350</c:v>
                </c:pt>
                <c:pt idx="24">
                  <c:v>43357</c:v>
                </c:pt>
                <c:pt idx="25">
                  <c:v>43364</c:v>
                </c:pt>
                <c:pt idx="26">
                  <c:v>43371</c:v>
                </c:pt>
                <c:pt idx="27">
                  <c:v>43378</c:v>
                </c:pt>
                <c:pt idx="28">
                  <c:v>43385</c:v>
                </c:pt>
                <c:pt idx="29">
                  <c:v>43392</c:v>
                </c:pt>
                <c:pt idx="30">
                  <c:v>43399</c:v>
                </c:pt>
                <c:pt idx="31">
                  <c:v>43406</c:v>
                </c:pt>
                <c:pt idx="32">
                  <c:v>43413</c:v>
                </c:pt>
                <c:pt idx="33">
                  <c:v>43420</c:v>
                </c:pt>
                <c:pt idx="34">
                  <c:v>43427</c:v>
                </c:pt>
                <c:pt idx="35">
                  <c:v>43434</c:v>
                </c:pt>
                <c:pt idx="36">
                  <c:v>43441</c:v>
                </c:pt>
                <c:pt idx="37">
                  <c:v>43448</c:v>
                </c:pt>
                <c:pt idx="38">
                  <c:v>43455</c:v>
                </c:pt>
                <c:pt idx="39">
                  <c:v>43462</c:v>
                </c:pt>
                <c:pt idx="40">
                  <c:v>43469</c:v>
                </c:pt>
                <c:pt idx="41">
                  <c:v>43476</c:v>
                </c:pt>
                <c:pt idx="42">
                  <c:v>43483</c:v>
                </c:pt>
                <c:pt idx="43">
                  <c:v>43490</c:v>
                </c:pt>
                <c:pt idx="44">
                  <c:v>43497</c:v>
                </c:pt>
                <c:pt idx="45">
                  <c:v>43504</c:v>
                </c:pt>
                <c:pt idx="46">
                  <c:v>43511</c:v>
                </c:pt>
                <c:pt idx="47">
                  <c:v>43518</c:v>
                </c:pt>
                <c:pt idx="48">
                  <c:v>43525</c:v>
                </c:pt>
                <c:pt idx="49">
                  <c:v>43532</c:v>
                </c:pt>
                <c:pt idx="50">
                  <c:v>43539</c:v>
                </c:pt>
                <c:pt idx="51">
                  <c:v>43546</c:v>
                </c:pt>
                <c:pt idx="52">
                  <c:v>43553</c:v>
                </c:pt>
                <c:pt idx="53">
                  <c:v>43560</c:v>
                </c:pt>
                <c:pt idx="54">
                  <c:v>43567</c:v>
                </c:pt>
                <c:pt idx="55">
                  <c:v>43574</c:v>
                </c:pt>
                <c:pt idx="56">
                  <c:v>43581</c:v>
                </c:pt>
                <c:pt idx="57">
                  <c:v>43588</c:v>
                </c:pt>
                <c:pt idx="58">
                  <c:v>43595</c:v>
                </c:pt>
                <c:pt idx="59">
                  <c:v>43602</c:v>
                </c:pt>
                <c:pt idx="60">
                  <c:v>43609</c:v>
                </c:pt>
                <c:pt idx="61">
                  <c:v>43616</c:v>
                </c:pt>
                <c:pt idx="62">
                  <c:v>43623</c:v>
                </c:pt>
                <c:pt idx="63">
                  <c:v>43630</c:v>
                </c:pt>
                <c:pt idx="64">
                  <c:v>43637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0</c:v>
                </c:pt>
                <c:pt idx="21">
                  <c:v>10</c:v>
                </c:pt>
                <c:pt idx="22">
                  <c:v>60</c:v>
                </c:pt>
                <c:pt idx="23">
                  <c:v>110</c:v>
                </c:pt>
                <c:pt idx="24">
                  <c:v>300</c:v>
                </c:pt>
                <c:pt idx="25">
                  <c:v>170</c:v>
                </c:pt>
                <c:pt idx="26">
                  <c:v>240</c:v>
                </c:pt>
                <c:pt idx="27">
                  <c:v>270</c:v>
                </c:pt>
                <c:pt idx="28">
                  <c:v>270</c:v>
                </c:pt>
                <c:pt idx="29">
                  <c:v>330</c:v>
                </c:pt>
                <c:pt idx="30">
                  <c:v>300</c:v>
                </c:pt>
                <c:pt idx="31">
                  <c:v>270</c:v>
                </c:pt>
                <c:pt idx="32">
                  <c:v>620</c:v>
                </c:pt>
                <c:pt idx="33">
                  <c:v>530</c:v>
                </c:pt>
                <c:pt idx="34">
                  <c:v>560</c:v>
                </c:pt>
                <c:pt idx="35">
                  <c:v>400</c:v>
                </c:pt>
                <c:pt idx="36">
                  <c:v>210</c:v>
                </c:pt>
                <c:pt idx="37">
                  <c:v>250</c:v>
                </c:pt>
                <c:pt idx="38">
                  <c:v>220</c:v>
                </c:pt>
                <c:pt idx="39">
                  <c:v>260</c:v>
                </c:pt>
                <c:pt idx="40">
                  <c:v>300</c:v>
                </c:pt>
                <c:pt idx="41">
                  <c:v>520</c:v>
                </c:pt>
                <c:pt idx="42">
                  <c:v>470</c:v>
                </c:pt>
                <c:pt idx="43">
                  <c:v>510</c:v>
                </c:pt>
                <c:pt idx="44">
                  <c:v>420</c:v>
                </c:pt>
                <c:pt idx="45">
                  <c:v>300</c:v>
                </c:pt>
                <c:pt idx="46">
                  <c:v>260</c:v>
                </c:pt>
                <c:pt idx="47">
                  <c:v>220</c:v>
                </c:pt>
                <c:pt idx="48">
                  <c:v>260</c:v>
                </c:pt>
                <c:pt idx="49">
                  <c:v>270</c:v>
                </c:pt>
                <c:pt idx="50">
                  <c:v>260</c:v>
                </c:pt>
                <c:pt idx="51">
                  <c:v>260</c:v>
                </c:pt>
                <c:pt idx="52">
                  <c:v>550</c:v>
                </c:pt>
                <c:pt idx="53">
                  <c:v>290</c:v>
                </c:pt>
                <c:pt idx="54">
                  <c:v>270</c:v>
                </c:pt>
                <c:pt idx="55">
                  <c:v>260</c:v>
                </c:pt>
                <c:pt idx="56">
                  <c:v>270</c:v>
                </c:pt>
                <c:pt idx="57">
                  <c:v>260</c:v>
                </c:pt>
                <c:pt idx="58">
                  <c:v>280</c:v>
                </c:pt>
                <c:pt idx="59">
                  <c:v>260</c:v>
                </c:pt>
                <c:pt idx="60">
                  <c:v>340</c:v>
                </c:pt>
                <c:pt idx="61">
                  <c:v>470</c:v>
                </c:pt>
                <c:pt idx="62">
                  <c:v>460</c:v>
                </c:pt>
                <c:pt idx="63">
                  <c:v>410</c:v>
                </c:pt>
                <c:pt idx="64">
                  <c:v>340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43329</c:v>
                </c:pt>
                <c:pt idx="21">
                  <c:v>43336</c:v>
                </c:pt>
                <c:pt idx="22">
                  <c:v>43343</c:v>
                </c:pt>
                <c:pt idx="23">
                  <c:v>43350</c:v>
                </c:pt>
                <c:pt idx="24">
                  <c:v>43357</c:v>
                </c:pt>
                <c:pt idx="25">
                  <c:v>43364</c:v>
                </c:pt>
                <c:pt idx="26">
                  <c:v>43371</c:v>
                </c:pt>
                <c:pt idx="27">
                  <c:v>43378</c:v>
                </c:pt>
                <c:pt idx="28">
                  <c:v>43385</c:v>
                </c:pt>
                <c:pt idx="29">
                  <c:v>43392</c:v>
                </c:pt>
                <c:pt idx="30">
                  <c:v>43399</c:v>
                </c:pt>
                <c:pt idx="31">
                  <c:v>43406</c:v>
                </c:pt>
                <c:pt idx="32">
                  <c:v>43413</c:v>
                </c:pt>
                <c:pt idx="33">
                  <c:v>43420</c:v>
                </c:pt>
                <c:pt idx="34">
                  <c:v>43427</c:v>
                </c:pt>
                <c:pt idx="35">
                  <c:v>43434</c:v>
                </c:pt>
                <c:pt idx="36">
                  <c:v>43441</c:v>
                </c:pt>
                <c:pt idx="37">
                  <c:v>43448</c:v>
                </c:pt>
                <c:pt idx="38">
                  <c:v>43455</c:v>
                </c:pt>
                <c:pt idx="39">
                  <c:v>43462</c:v>
                </c:pt>
                <c:pt idx="40">
                  <c:v>43469</c:v>
                </c:pt>
                <c:pt idx="41">
                  <c:v>43476</c:v>
                </c:pt>
                <c:pt idx="42">
                  <c:v>43483</c:v>
                </c:pt>
                <c:pt idx="43">
                  <c:v>43490</c:v>
                </c:pt>
                <c:pt idx="44">
                  <c:v>43497</c:v>
                </c:pt>
                <c:pt idx="45">
                  <c:v>43504</c:v>
                </c:pt>
                <c:pt idx="46">
                  <c:v>43511</c:v>
                </c:pt>
                <c:pt idx="47">
                  <c:v>43518</c:v>
                </c:pt>
                <c:pt idx="48">
                  <c:v>43525</c:v>
                </c:pt>
                <c:pt idx="49">
                  <c:v>43532</c:v>
                </c:pt>
                <c:pt idx="50">
                  <c:v>43539</c:v>
                </c:pt>
                <c:pt idx="51">
                  <c:v>43546</c:v>
                </c:pt>
                <c:pt idx="52">
                  <c:v>43553</c:v>
                </c:pt>
                <c:pt idx="53">
                  <c:v>43560</c:v>
                </c:pt>
                <c:pt idx="54">
                  <c:v>43567</c:v>
                </c:pt>
                <c:pt idx="55">
                  <c:v>43574</c:v>
                </c:pt>
                <c:pt idx="56">
                  <c:v>43581</c:v>
                </c:pt>
                <c:pt idx="57">
                  <c:v>43588</c:v>
                </c:pt>
                <c:pt idx="58">
                  <c:v>43595</c:v>
                </c:pt>
                <c:pt idx="59">
                  <c:v>43602</c:v>
                </c:pt>
                <c:pt idx="60">
                  <c:v>43609</c:v>
                </c:pt>
                <c:pt idx="61">
                  <c:v>43616</c:v>
                </c:pt>
                <c:pt idx="62">
                  <c:v>43623</c:v>
                </c:pt>
                <c:pt idx="63">
                  <c:v>43630</c:v>
                </c:pt>
                <c:pt idx="64">
                  <c:v>43637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0</c:v>
                </c:pt>
                <c:pt idx="21">
                  <c:v>10</c:v>
                </c:pt>
                <c:pt idx="22">
                  <c:v>30</c:v>
                </c:pt>
                <c:pt idx="23">
                  <c:v>80</c:v>
                </c:pt>
                <c:pt idx="24">
                  <c:v>190</c:v>
                </c:pt>
                <c:pt idx="25">
                  <c:v>150</c:v>
                </c:pt>
                <c:pt idx="26">
                  <c:v>170</c:v>
                </c:pt>
                <c:pt idx="27">
                  <c:v>200</c:v>
                </c:pt>
                <c:pt idx="28">
                  <c:v>240</c:v>
                </c:pt>
                <c:pt idx="29">
                  <c:v>250</c:v>
                </c:pt>
                <c:pt idx="30">
                  <c:v>270</c:v>
                </c:pt>
                <c:pt idx="31">
                  <c:v>240</c:v>
                </c:pt>
                <c:pt idx="32">
                  <c:v>550</c:v>
                </c:pt>
                <c:pt idx="33">
                  <c:v>480</c:v>
                </c:pt>
                <c:pt idx="34">
                  <c:v>480</c:v>
                </c:pt>
                <c:pt idx="35">
                  <c:v>360</c:v>
                </c:pt>
                <c:pt idx="36">
                  <c:v>190</c:v>
                </c:pt>
                <c:pt idx="37">
                  <c:v>220</c:v>
                </c:pt>
                <c:pt idx="38">
                  <c:v>210</c:v>
                </c:pt>
                <c:pt idx="39">
                  <c:v>200</c:v>
                </c:pt>
                <c:pt idx="40">
                  <c:v>270</c:v>
                </c:pt>
                <c:pt idx="41">
                  <c:v>460</c:v>
                </c:pt>
                <c:pt idx="42">
                  <c:v>410</c:v>
                </c:pt>
                <c:pt idx="43">
                  <c:v>410</c:v>
                </c:pt>
                <c:pt idx="44">
                  <c:v>370</c:v>
                </c:pt>
                <c:pt idx="45">
                  <c:v>250</c:v>
                </c:pt>
                <c:pt idx="46">
                  <c:v>230</c:v>
                </c:pt>
                <c:pt idx="47">
                  <c:v>210</c:v>
                </c:pt>
                <c:pt idx="48">
                  <c:v>210</c:v>
                </c:pt>
                <c:pt idx="49">
                  <c:v>250</c:v>
                </c:pt>
                <c:pt idx="50">
                  <c:v>230</c:v>
                </c:pt>
                <c:pt idx="51">
                  <c:v>230</c:v>
                </c:pt>
                <c:pt idx="52">
                  <c:v>200</c:v>
                </c:pt>
                <c:pt idx="53">
                  <c:v>240</c:v>
                </c:pt>
                <c:pt idx="54">
                  <c:v>240</c:v>
                </c:pt>
                <c:pt idx="55">
                  <c:v>230</c:v>
                </c:pt>
                <c:pt idx="56">
                  <c:v>230</c:v>
                </c:pt>
                <c:pt idx="57">
                  <c:v>230</c:v>
                </c:pt>
                <c:pt idx="58">
                  <c:v>240</c:v>
                </c:pt>
                <c:pt idx="59">
                  <c:v>230</c:v>
                </c:pt>
                <c:pt idx="60">
                  <c:v>300</c:v>
                </c:pt>
                <c:pt idx="61">
                  <c:v>420</c:v>
                </c:pt>
                <c:pt idx="62">
                  <c:v>410</c:v>
                </c:pt>
                <c:pt idx="63">
                  <c:v>370</c:v>
                </c:pt>
                <c:pt idx="64">
                  <c:v>300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39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43329</c:v>
                </c:pt>
                <c:pt idx="21">
                  <c:v>43336</c:v>
                </c:pt>
                <c:pt idx="22">
                  <c:v>43343</c:v>
                </c:pt>
                <c:pt idx="23">
                  <c:v>43350</c:v>
                </c:pt>
                <c:pt idx="24">
                  <c:v>43357</c:v>
                </c:pt>
                <c:pt idx="25">
                  <c:v>43364</c:v>
                </c:pt>
                <c:pt idx="26">
                  <c:v>43371</c:v>
                </c:pt>
                <c:pt idx="27">
                  <c:v>43378</c:v>
                </c:pt>
                <c:pt idx="28">
                  <c:v>43385</c:v>
                </c:pt>
                <c:pt idx="29">
                  <c:v>43392</c:v>
                </c:pt>
                <c:pt idx="30">
                  <c:v>43399</c:v>
                </c:pt>
                <c:pt idx="31">
                  <c:v>43406</c:v>
                </c:pt>
                <c:pt idx="32">
                  <c:v>43413</c:v>
                </c:pt>
                <c:pt idx="33">
                  <c:v>43420</c:v>
                </c:pt>
                <c:pt idx="34">
                  <c:v>43427</c:v>
                </c:pt>
                <c:pt idx="35">
                  <c:v>43434</c:v>
                </c:pt>
                <c:pt idx="36">
                  <c:v>43441</c:v>
                </c:pt>
                <c:pt idx="37">
                  <c:v>43448</c:v>
                </c:pt>
                <c:pt idx="38">
                  <c:v>43455</c:v>
                </c:pt>
                <c:pt idx="39">
                  <c:v>43462</c:v>
                </c:pt>
                <c:pt idx="40">
                  <c:v>43469</c:v>
                </c:pt>
                <c:pt idx="41">
                  <c:v>43476</c:v>
                </c:pt>
                <c:pt idx="42">
                  <c:v>43483</c:v>
                </c:pt>
                <c:pt idx="43">
                  <c:v>43490</c:v>
                </c:pt>
                <c:pt idx="44">
                  <c:v>43497</c:v>
                </c:pt>
                <c:pt idx="45">
                  <c:v>43504</c:v>
                </c:pt>
                <c:pt idx="46">
                  <c:v>43511</c:v>
                </c:pt>
                <c:pt idx="47">
                  <c:v>43518</c:v>
                </c:pt>
                <c:pt idx="48">
                  <c:v>43525</c:v>
                </c:pt>
                <c:pt idx="49">
                  <c:v>43532</c:v>
                </c:pt>
                <c:pt idx="50">
                  <c:v>43539</c:v>
                </c:pt>
                <c:pt idx="51">
                  <c:v>43546</c:v>
                </c:pt>
                <c:pt idx="52">
                  <c:v>43553</c:v>
                </c:pt>
                <c:pt idx="53">
                  <c:v>43560</c:v>
                </c:pt>
                <c:pt idx="54">
                  <c:v>43567</c:v>
                </c:pt>
                <c:pt idx="55">
                  <c:v>43574</c:v>
                </c:pt>
                <c:pt idx="56">
                  <c:v>43581</c:v>
                </c:pt>
                <c:pt idx="57">
                  <c:v>43588</c:v>
                </c:pt>
                <c:pt idx="58">
                  <c:v>43595</c:v>
                </c:pt>
                <c:pt idx="59">
                  <c:v>43602</c:v>
                </c:pt>
                <c:pt idx="60">
                  <c:v>43609</c:v>
                </c:pt>
                <c:pt idx="61">
                  <c:v>43616</c:v>
                </c:pt>
                <c:pt idx="62">
                  <c:v>43623</c:v>
                </c:pt>
                <c:pt idx="63">
                  <c:v>43630</c:v>
                </c:pt>
                <c:pt idx="64">
                  <c:v>43637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7/31/2019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8958209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Skin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597244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7,553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67%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8%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25%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75%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200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Skin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4024863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2.2M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58K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2.6%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13.1%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9.5%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602822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109%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-13%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138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PT Sans Caption</vt:lpstr>
      <vt:lpstr>Office Theme</vt:lpstr>
      <vt:lpstr>Skin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2019-07-31T14:01:56Z</dcterms:modified>
</cp:coreProperties>
</file>