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30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  <c:pt idx="49">
                  <c:v>150</c:v>
                </c:pt>
                <c:pt idx="50">
                  <c:v>130</c:v>
                </c:pt>
                <c:pt idx="51">
                  <c:v>120</c:v>
                </c:pt>
                <c:pt idx="52">
                  <c:v>160</c:v>
                </c:pt>
                <c:pt idx="53">
                  <c:v>130</c:v>
                </c:pt>
                <c:pt idx="54">
                  <c:v>130</c:v>
                </c:pt>
                <c:pt idx="55">
                  <c:v>130</c:v>
                </c:pt>
                <c:pt idx="56">
                  <c:v>110</c:v>
                </c:pt>
                <c:pt idx="57">
                  <c:v>120</c:v>
                </c:pt>
                <c:pt idx="58">
                  <c:v>140</c:v>
                </c:pt>
                <c:pt idx="59">
                  <c:v>150</c:v>
                </c:pt>
                <c:pt idx="60">
                  <c:v>140</c:v>
                </c:pt>
                <c:pt idx="61">
                  <c:v>120</c:v>
                </c:pt>
                <c:pt idx="62">
                  <c:v>140</c:v>
                </c:pt>
                <c:pt idx="63">
                  <c:v>130</c:v>
                </c:pt>
                <c:pt idx="6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4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35645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Creamers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423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2,314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195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014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Creamers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6992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9926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Creamers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2019-06-25T14:13:25Z</dcterms:modified>
</cp:coreProperties>
</file>