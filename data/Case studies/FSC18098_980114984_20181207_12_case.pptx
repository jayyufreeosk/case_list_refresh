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9899"/>
    <a:srgbClr val="FFFFFF"/>
    <a:srgbClr val="63666A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36" d="100"/>
          <a:sy n="36" d="100"/>
        </p:scale>
        <p:origin x="1158" y="96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0.13760733124857283"/>
          <c:w val="0.79178338327435827"/>
          <c:h val="0.710952301787715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43217</c:v>
                </c:pt>
                <c:pt idx="24">
                  <c:v>43224</c:v>
                </c:pt>
                <c:pt idx="25">
                  <c:v>43231</c:v>
                </c:pt>
                <c:pt idx="26">
                  <c:v>43238</c:v>
                </c:pt>
                <c:pt idx="27">
                  <c:v>43245</c:v>
                </c:pt>
                <c:pt idx="28">
                  <c:v>43252</c:v>
                </c:pt>
                <c:pt idx="29">
                  <c:v>43259</c:v>
                </c:pt>
                <c:pt idx="30">
                  <c:v>43266</c:v>
                </c:pt>
                <c:pt idx="31">
                  <c:v>43273</c:v>
                </c:pt>
                <c:pt idx="32">
                  <c:v>43280</c:v>
                </c:pt>
                <c:pt idx="33">
                  <c:v>43287</c:v>
                </c:pt>
                <c:pt idx="34">
                  <c:v>43294</c:v>
                </c:pt>
                <c:pt idx="35">
                  <c:v>43301</c:v>
                </c:pt>
                <c:pt idx="36">
                  <c:v>43308</c:v>
                </c:pt>
                <c:pt idx="37">
                  <c:v>43315</c:v>
                </c:pt>
                <c:pt idx="38">
                  <c:v>43322</c:v>
                </c:pt>
                <c:pt idx="39">
                  <c:v>43329</c:v>
                </c:pt>
                <c:pt idx="40">
                  <c:v>43336</c:v>
                </c:pt>
                <c:pt idx="41">
                  <c:v>43343</c:v>
                </c:pt>
                <c:pt idx="42">
                  <c:v>43350</c:v>
                </c:pt>
                <c:pt idx="43">
                  <c:v>43357</c:v>
                </c:pt>
                <c:pt idx="44">
                  <c:v>43364</c:v>
                </c:pt>
                <c:pt idx="45">
                  <c:v>43371</c:v>
                </c:pt>
                <c:pt idx="46">
                  <c:v>43378</c:v>
                </c:pt>
                <c:pt idx="47">
                  <c:v>43385</c:v>
                </c:pt>
                <c:pt idx="48">
                  <c:v>43392</c:v>
                </c:pt>
                <c:pt idx="49">
                  <c:v>43399</c:v>
                </c:pt>
                <c:pt idx="50">
                  <c:v>43406</c:v>
                </c:pt>
                <c:pt idx="51">
                  <c:v>43413</c:v>
                </c:pt>
                <c:pt idx="52">
                  <c:v>43420</c:v>
                </c:pt>
                <c:pt idx="53">
                  <c:v>43427</c:v>
                </c:pt>
                <c:pt idx="54">
                  <c:v>43434</c:v>
                </c:pt>
                <c:pt idx="55">
                  <c:v>43441</c:v>
                </c:pt>
                <c:pt idx="56">
                  <c:v>43448</c:v>
                </c:pt>
                <c:pt idx="57">
                  <c:v>43455</c:v>
                </c:pt>
                <c:pt idx="58">
                  <c:v>43462</c:v>
                </c:pt>
                <c:pt idx="59">
                  <c:v>43469</c:v>
                </c:pt>
                <c:pt idx="60">
                  <c:v>43476</c:v>
                </c:pt>
                <c:pt idx="61">
                  <c:v>43483</c:v>
                </c:pt>
                <c:pt idx="62">
                  <c:v>43490</c:v>
                </c:pt>
                <c:pt idx="63">
                  <c:v>43497</c:v>
                </c:pt>
                <c:pt idx="64">
                  <c:v>43504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0</c:v>
                </c:pt>
                <c:pt idx="24">
                  <c:v>30</c:v>
                </c:pt>
                <c:pt idx="25">
                  <c:v>70</c:v>
                </c:pt>
                <c:pt idx="26">
                  <c:v>100</c:v>
                </c:pt>
                <c:pt idx="27">
                  <c:v>130</c:v>
                </c:pt>
                <c:pt idx="28">
                  <c:v>120</c:v>
                </c:pt>
                <c:pt idx="29">
                  <c:v>130</c:v>
                </c:pt>
                <c:pt idx="30">
                  <c:v>140</c:v>
                </c:pt>
                <c:pt idx="31">
                  <c:v>140</c:v>
                </c:pt>
                <c:pt idx="32">
                  <c:v>170</c:v>
                </c:pt>
                <c:pt idx="33">
                  <c:v>150</c:v>
                </c:pt>
                <c:pt idx="34">
                  <c:v>180</c:v>
                </c:pt>
                <c:pt idx="35">
                  <c:v>200</c:v>
                </c:pt>
                <c:pt idx="36">
                  <c:v>190</c:v>
                </c:pt>
                <c:pt idx="37">
                  <c:v>180</c:v>
                </c:pt>
                <c:pt idx="38">
                  <c:v>180</c:v>
                </c:pt>
                <c:pt idx="39">
                  <c:v>200</c:v>
                </c:pt>
                <c:pt idx="40">
                  <c:v>220</c:v>
                </c:pt>
                <c:pt idx="41">
                  <c:v>190</c:v>
                </c:pt>
                <c:pt idx="42">
                  <c:v>200</c:v>
                </c:pt>
                <c:pt idx="43">
                  <c:v>200</c:v>
                </c:pt>
                <c:pt idx="44">
                  <c:v>190</c:v>
                </c:pt>
                <c:pt idx="45">
                  <c:v>180</c:v>
                </c:pt>
                <c:pt idx="46">
                  <c:v>170</c:v>
                </c:pt>
                <c:pt idx="47">
                  <c:v>180</c:v>
                </c:pt>
                <c:pt idx="48">
                  <c:v>170</c:v>
                </c:pt>
                <c:pt idx="49">
                  <c:v>140</c:v>
                </c:pt>
                <c:pt idx="50">
                  <c:v>150</c:v>
                </c:pt>
                <c:pt idx="51">
                  <c:v>180</c:v>
                </c:pt>
                <c:pt idx="52">
                  <c:v>500</c:v>
                </c:pt>
                <c:pt idx="53">
                  <c:v>190</c:v>
                </c:pt>
                <c:pt idx="54">
                  <c:v>120</c:v>
                </c:pt>
                <c:pt idx="55">
                  <c:v>110</c:v>
                </c:pt>
                <c:pt idx="56">
                  <c:v>180</c:v>
                </c:pt>
                <c:pt idx="57">
                  <c:v>190</c:v>
                </c:pt>
                <c:pt idx="58">
                  <c:v>170</c:v>
                </c:pt>
                <c:pt idx="59">
                  <c:v>170</c:v>
                </c:pt>
                <c:pt idx="60">
                  <c:v>180</c:v>
                </c:pt>
                <c:pt idx="61">
                  <c:v>170</c:v>
                </c:pt>
                <c:pt idx="62">
                  <c:v>160</c:v>
                </c:pt>
                <c:pt idx="63">
                  <c:v>170</c:v>
                </c:pt>
                <c:pt idx="64">
                  <c:v>180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43217</c:v>
                </c:pt>
                <c:pt idx="24">
                  <c:v>43224</c:v>
                </c:pt>
                <c:pt idx="25">
                  <c:v>43231</c:v>
                </c:pt>
                <c:pt idx="26">
                  <c:v>43238</c:v>
                </c:pt>
                <c:pt idx="27">
                  <c:v>43245</c:v>
                </c:pt>
                <c:pt idx="28">
                  <c:v>43252</c:v>
                </c:pt>
                <c:pt idx="29">
                  <c:v>43259</c:v>
                </c:pt>
                <c:pt idx="30">
                  <c:v>43266</c:v>
                </c:pt>
                <c:pt idx="31">
                  <c:v>43273</c:v>
                </c:pt>
                <c:pt idx="32">
                  <c:v>43280</c:v>
                </c:pt>
                <c:pt idx="33">
                  <c:v>43287</c:v>
                </c:pt>
                <c:pt idx="34">
                  <c:v>43294</c:v>
                </c:pt>
                <c:pt idx="35">
                  <c:v>43301</c:v>
                </c:pt>
                <c:pt idx="36">
                  <c:v>43308</c:v>
                </c:pt>
                <c:pt idx="37">
                  <c:v>43315</c:v>
                </c:pt>
                <c:pt idx="38">
                  <c:v>43322</c:v>
                </c:pt>
                <c:pt idx="39">
                  <c:v>43329</c:v>
                </c:pt>
                <c:pt idx="40">
                  <c:v>43336</c:v>
                </c:pt>
                <c:pt idx="41">
                  <c:v>43343</c:v>
                </c:pt>
                <c:pt idx="42">
                  <c:v>43350</c:v>
                </c:pt>
                <c:pt idx="43">
                  <c:v>43357</c:v>
                </c:pt>
                <c:pt idx="44">
                  <c:v>43364</c:v>
                </c:pt>
                <c:pt idx="45">
                  <c:v>43371</c:v>
                </c:pt>
                <c:pt idx="46">
                  <c:v>43378</c:v>
                </c:pt>
                <c:pt idx="47">
                  <c:v>43385</c:v>
                </c:pt>
                <c:pt idx="48">
                  <c:v>43392</c:v>
                </c:pt>
                <c:pt idx="49">
                  <c:v>43399</c:v>
                </c:pt>
                <c:pt idx="50">
                  <c:v>43406</c:v>
                </c:pt>
                <c:pt idx="51">
                  <c:v>43413</c:v>
                </c:pt>
                <c:pt idx="52">
                  <c:v>43420</c:v>
                </c:pt>
                <c:pt idx="53">
                  <c:v>43427</c:v>
                </c:pt>
                <c:pt idx="54">
                  <c:v>43434</c:v>
                </c:pt>
                <c:pt idx="55">
                  <c:v>43441</c:v>
                </c:pt>
                <c:pt idx="56">
                  <c:v>43448</c:v>
                </c:pt>
                <c:pt idx="57">
                  <c:v>43455</c:v>
                </c:pt>
                <c:pt idx="58">
                  <c:v>43462</c:v>
                </c:pt>
                <c:pt idx="59">
                  <c:v>43469</c:v>
                </c:pt>
                <c:pt idx="60">
                  <c:v>43476</c:v>
                </c:pt>
                <c:pt idx="61">
                  <c:v>43483</c:v>
                </c:pt>
                <c:pt idx="62">
                  <c:v>43490</c:v>
                </c:pt>
                <c:pt idx="63">
                  <c:v>43497</c:v>
                </c:pt>
                <c:pt idx="64">
                  <c:v>43504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0</c:v>
                </c:pt>
                <c:pt idx="24">
                  <c:v>30</c:v>
                </c:pt>
                <c:pt idx="25">
                  <c:v>80</c:v>
                </c:pt>
                <c:pt idx="26">
                  <c:v>100</c:v>
                </c:pt>
                <c:pt idx="27">
                  <c:v>110</c:v>
                </c:pt>
                <c:pt idx="28">
                  <c:v>120</c:v>
                </c:pt>
                <c:pt idx="29">
                  <c:v>110</c:v>
                </c:pt>
                <c:pt idx="30">
                  <c:v>130</c:v>
                </c:pt>
                <c:pt idx="31">
                  <c:v>110</c:v>
                </c:pt>
                <c:pt idx="32">
                  <c:v>160</c:v>
                </c:pt>
                <c:pt idx="33">
                  <c:v>170</c:v>
                </c:pt>
                <c:pt idx="34">
                  <c:v>180</c:v>
                </c:pt>
                <c:pt idx="35">
                  <c:v>200</c:v>
                </c:pt>
                <c:pt idx="36">
                  <c:v>200</c:v>
                </c:pt>
                <c:pt idx="37">
                  <c:v>190</c:v>
                </c:pt>
                <c:pt idx="38">
                  <c:v>180</c:v>
                </c:pt>
                <c:pt idx="39">
                  <c:v>200</c:v>
                </c:pt>
                <c:pt idx="40">
                  <c:v>210</c:v>
                </c:pt>
                <c:pt idx="41">
                  <c:v>200</c:v>
                </c:pt>
                <c:pt idx="42">
                  <c:v>200</c:v>
                </c:pt>
                <c:pt idx="43">
                  <c:v>200</c:v>
                </c:pt>
                <c:pt idx="44">
                  <c:v>200</c:v>
                </c:pt>
                <c:pt idx="45">
                  <c:v>200</c:v>
                </c:pt>
                <c:pt idx="46">
                  <c:v>190</c:v>
                </c:pt>
                <c:pt idx="47">
                  <c:v>210</c:v>
                </c:pt>
                <c:pt idx="48">
                  <c:v>250</c:v>
                </c:pt>
                <c:pt idx="49">
                  <c:v>160</c:v>
                </c:pt>
                <c:pt idx="50">
                  <c:v>160</c:v>
                </c:pt>
                <c:pt idx="51">
                  <c:v>190</c:v>
                </c:pt>
                <c:pt idx="52">
                  <c:v>190</c:v>
                </c:pt>
                <c:pt idx="53">
                  <c:v>200</c:v>
                </c:pt>
                <c:pt idx="54">
                  <c:v>120</c:v>
                </c:pt>
                <c:pt idx="55">
                  <c:v>110</c:v>
                </c:pt>
                <c:pt idx="56">
                  <c:v>190</c:v>
                </c:pt>
                <c:pt idx="57">
                  <c:v>390</c:v>
                </c:pt>
                <c:pt idx="58">
                  <c:v>180</c:v>
                </c:pt>
                <c:pt idx="59">
                  <c:v>180</c:v>
                </c:pt>
                <c:pt idx="60">
                  <c:v>180</c:v>
                </c:pt>
                <c:pt idx="61">
                  <c:v>180</c:v>
                </c:pt>
                <c:pt idx="62">
                  <c:v>170</c:v>
                </c:pt>
                <c:pt idx="63">
                  <c:v>170</c:v>
                </c:pt>
                <c:pt idx="64">
                  <c:v>190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36"/>
            <c:marker>
              <c:symbol val="none"/>
            </c:marker>
            <c:bubble3D val="0"/>
          </c:dPt>
          <c:cat>
            <c:numRef>
              <c:f>Sheet1!$A$2:$A$66</c:f>
              <c:numCache>
                <c:formatCode>m/d/yyyy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43217</c:v>
                </c:pt>
                <c:pt idx="24">
                  <c:v>43224</c:v>
                </c:pt>
                <c:pt idx="25">
                  <c:v>43231</c:v>
                </c:pt>
                <c:pt idx="26">
                  <c:v>43238</c:v>
                </c:pt>
                <c:pt idx="27">
                  <c:v>43245</c:v>
                </c:pt>
                <c:pt idx="28">
                  <c:v>43252</c:v>
                </c:pt>
                <c:pt idx="29">
                  <c:v>43259</c:v>
                </c:pt>
                <c:pt idx="30">
                  <c:v>43266</c:v>
                </c:pt>
                <c:pt idx="31">
                  <c:v>43273</c:v>
                </c:pt>
                <c:pt idx="32">
                  <c:v>43280</c:v>
                </c:pt>
                <c:pt idx="33">
                  <c:v>43287</c:v>
                </c:pt>
                <c:pt idx="34">
                  <c:v>43294</c:v>
                </c:pt>
                <c:pt idx="35">
                  <c:v>43301</c:v>
                </c:pt>
                <c:pt idx="36">
                  <c:v>43308</c:v>
                </c:pt>
                <c:pt idx="37">
                  <c:v>43315</c:v>
                </c:pt>
                <c:pt idx="38">
                  <c:v>43322</c:v>
                </c:pt>
                <c:pt idx="39">
                  <c:v>43329</c:v>
                </c:pt>
                <c:pt idx="40">
                  <c:v>43336</c:v>
                </c:pt>
                <c:pt idx="41">
                  <c:v>43343</c:v>
                </c:pt>
                <c:pt idx="42">
                  <c:v>43350</c:v>
                </c:pt>
                <c:pt idx="43">
                  <c:v>43357</c:v>
                </c:pt>
                <c:pt idx="44">
                  <c:v>43364</c:v>
                </c:pt>
                <c:pt idx="45">
                  <c:v>43371</c:v>
                </c:pt>
                <c:pt idx="46">
                  <c:v>43378</c:v>
                </c:pt>
                <c:pt idx="47">
                  <c:v>43385</c:v>
                </c:pt>
                <c:pt idx="48">
                  <c:v>43392</c:v>
                </c:pt>
                <c:pt idx="49">
                  <c:v>43399</c:v>
                </c:pt>
                <c:pt idx="50">
                  <c:v>43406</c:v>
                </c:pt>
                <c:pt idx="51">
                  <c:v>43413</c:v>
                </c:pt>
                <c:pt idx="52">
                  <c:v>43420</c:v>
                </c:pt>
                <c:pt idx="53">
                  <c:v>43427</c:v>
                </c:pt>
                <c:pt idx="54">
                  <c:v>43434</c:v>
                </c:pt>
                <c:pt idx="55">
                  <c:v>43441</c:v>
                </c:pt>
                <c:pt idx="56">
                  <c:v>43448</c:v>
                </c:pt>
                <c:pt idx="57">
                  <c:v>43455</c:v>
                </c:pt>
                <c:pt idx="58">
                  <c:v>43462</c:v>
                </c:pt>
                <c:pt idx="59">
                  <c:v>43469</c:v>
                </c:pt>
                <c:pt idx="60">
                  <c:v>43476</c:v>
                </c:pt>
                <c:pt idx="61">
                  <c:v>43483</c:v>
                </c:pt>
                <c:pt idx="62">
                  <c:v>43490</c:v>
                </c:pt>
                <c:pt idx="63">
                  <c:v>43497</c:v>
                </c:pt>
                <c:pt idx="64">
                  <c:v>43504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500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429210485914074"/>
          <c:y val="2.8421104426246579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baseline="0">
              <a:solidFill>
                <a:schemeClr val="tx1"/>
              </a:solidFill>
              <a:latin typeface="Pluto Sans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200">
          <a:solidFill>
            <a:schemeClr val="tx1"/>
          </a:solidFill>
          <a:latin typeface="Pluto Sans Regular" panose="02000000000000000000" pitchFamily="50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3/11/2019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3/11/2019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3802391"/>
              </p:ext>
            </p:extLst>
          </p:nvPr>
        </p:nvGraphicFramePr>
        <p:xfrm>
          <a:off x="8967967" y="3473100"/>
          <a:ext cx="9464163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t">
            <a:noAutofit/>
          </a:bodyPr>
          <a:lstStyle/>
          <a:p>
            <a:r>
              <a:rPr lang="en-US" sz="5600" b="0">
                <a:latin typeface="Pluto Sans Bold" panose="02000000000000000000" pitchFamily="50" charset="0"/>
              </a:rPr>
              <a:t>Cookies case study</a:t>
            </a:r>
            <a:endParaRPr lang="en-US" sz="5600" b="0" dirty="0">
              <a:latin typeface="Pluto Sans Bold" panose="02000000000000000000" pitchFamily="50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9497" y="3879240"/>
            <a:ext cx="3504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>
                <a:solidFill>
                  <a:schemeClr val="accent1"/>
                </a:solidFill>
                <a:latin typeface="Pluto Sans Regular" panose="02000000000000000000" pitchFamily="50" charset="0"/>
              </a:rPr>
              <a:t>#1 sales week</a:t>
            </a:r>
            <a:endParaRPr lang="en-US" sz="2800" dirty="0">
              <a:solidFill>
                <a:schemeClr val="accent1"/>
              </a:solidFill>
              <a:latin typeface="Pluto Sans Regular" panose="02000000000000000000" pitchFamily="50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Regular" panose="02000000000000000000" pitchFamily="50" charset="0"/>
              </a:rPr>
              <a:t>Freeosk</a:t>
            </a:r>
            <a:r>
              <a:rPr lang="en-US" sz="2800" dirty="0">
                <a:latin typeface="Pluto Sans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2237246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40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6,593</a:t>
                      </a:r>
                      <a:endParaRPr lang="en-US" sz="40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68%</a:t>
                      </a:r>
                      <a:endParaRPr lang="en-US" sz="40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17%</a:t>
                      </a:r>
                      <a:endParaRPr lang="en-US" sz="4000" dirty="0">
                        <a:solidFill>
                          <a:schemeClr val="accent4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15%</a:t>
                      </a:r>
                      <a:endParaRPr lang="en-US" sz="4000" b="1" kern="1200" dirty="0">
                        <a:solidFill>
                          <a:schemeClr val="accent2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000" baseline="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(A + B): 85%</a:t>
                      </a:r>
                      <a:endParaRPr lang="en-US" sz="32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431682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191 clubs</a:t>
            </a:r>
          </a:p>
          <a:p>
            <a:r>
              <a:rPr lang="en-US" sz="2800">
                <a:latin typeface="Pluto Sans Regular" panose="02000000000000000000" pitchFamily="50" charset="0"/>
              </a:rPr>
              <a:t>Primary Item (Sample)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5088124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Category: Snacks </a:t>
            </a:r>
          </a:p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Sub-Category: Cookies</a:t>
            </a:r>
            <a:endParaRPr lang="en-US" sz="3200" dirty="0">
              <a:solidFill>
                <a:schemeClr val="tx2"/>
              </a:solidFill>
              <a:latin typeface="Pluto Sans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3809948"/>
              </p:ext>
            </p:extLst>
          </p:nvPr>
        </p:nvGraphicFramePr>
        <p:xfrm>
          <a:off x="1290570" y="7874489"/>
          <a:ext cx="7410978" cy="3237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965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592826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799303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r>
                        <a:rPr lang="en-US" sz="3200" b="1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2.6M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337K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13.2%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138022">
                <a:tc>
                  <a:txBody>
                    <a:bodyPr/>
                    <a:lstStyle/>
                    <a:p>
                      <a:endParaRPr lang="en-US" sz="2800" b="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2.0%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12.8%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0714039" y="412704"/>
            <a:ext cx="2838661" cy="523220"/>
          </a:xfrm>
          <a:prstGeom prst="rect">
            <a:avLst/>
          </a:prstGeom>
        </p:spPr>
        <p:txBody>
          <a:bodyPr wrap="none" rIns="0" rtlCol="0">
            <a:spAutoFit/>
          </a:bodyPr>
          <a:lstStyle/>
          <a:p>
            <a:pPr algn="r"/>
            <a:r>
              <a:rPr lang="en-US" sz="2800" b="1">
                <a:latin typeface="Pluto Sans Regular" panose="02000000000000000000" pitchFamily="50" charset="0"/>
              </a:rPr>
              <a:t>12 weeks post</a:t>
            </a:r>
            <a:endParaRPr lang="en-US" sz="2800" b="1" dirty="0">
              <a:latin typeface="Pluto Sans Regular" panose="02000000000000000000" pitchFamily="50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24609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TIS Program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3160459"/>
              </p:ext>
            </p:extLst>
          </p:nvPr>
        </p:nvGraphicFramePr>
        <p:xfrm>
          <a:off x="18081358" y="3524059"/>
          <a:ext cx="4908637" cy="1950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890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489737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1" kern="1200" dirty="0" err="1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2800" b="1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210%</a:t>
                      </a:r>
                      <a:endParaRPr lang="en-US" sz="3200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>
                          <a:latin typeface="Pluto Sans Regular" panose="02000000000000000000" pitchFamily="50" charset="0"/>
                        </a:rPr>
                        <a:t>Control</a:t>
                      </a:r>
                      <a:endParaRPr lang="en-US" sz="28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0%</a:t>
                      </a:r>
                      <a:endParaRPr lang="en-US" sz="3200" kern="1200" dirty="0">
                        <a:solidFill>
                          <a:schemeClr val="dk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1281</TotalTime>
  <Words>136</Words>
  <Application>Microsoft Office PowerPoint</Application>
  <PresentationFormat>Custom</PresentationFormat>
  <Paragraphs>42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Calibri</vt:lpstr>
      <vt:lpstr>Pluto Sans</vt:lpstr>
      <vt:lpstr>Pluto Sans Bold</vt:lpstr>
      <vt:lpstr>Pluto Sans Cond Regular</vt:lpstr>
      <vt:lpstr>Pluto Sans Regular</vt:lpstr>
      <vt:lpstr>PT Sans Caption</vt:lpstr>
      <vt:lpstr>Office Theme</vt:lpstr>
      <vt:lpstr>Cookies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Ashleigh Covello-Phillips</cp:lastModifiedBy>
  <cp:revision>357</cp:revision>
  <dcterms:created xsi:type="dcterms:W3CDTF">2018-12-12T20:08:26Z</dcterms:created>
  <dcterms:modified xsi:type="dcterms:W3CDTF">2019-03-11T19:52:28Z</dcterms:modified>
</cp:coreProperties>
</file>