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20</c:v>
                </c:pt>
                <c:pt idx="51">
                  <c:v>40</c:v>
                </c:pt>
                <c:pt idx="52">
                  <c:v>70</c:v>
                </c:pt>
                <c:pt idx="53">
                  <c:v>40</c:v>
                </c:pt>
                <c:pt idx="54">
                  <c:v>30</c:v>
                </c:pt>
                <c:pt idx="55">
                  <c:v>30</c:v>
                </c:pt>
                <c:pt idx="56">
                  <c:v>30</c:v>
                </c:pt>
                <c:pt idx="57">
                  <c:v>30</c:v>
                </c:pt>
                <c:pt idx="58">
                  <c:v>20</c:v>
                </c:pt>
                <c:pt idx="59">
                  <c:v>20</c:v>
                </c:pt>
                <c:pt idx="60">
                  <c:v>20</c:v>
                </c:pt>
                <c:pt idx="61">
                  <c:v>30</c:v>
                </c:pt>
                <c:pt idx="62">
                  <c:v>20</c:v>
                </c:pt>
                <c:pt idx="63">
                  <c:v>20</c:v>
                </c:pt>
                <c:pt idx="64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20</c:v>
                </c:pt>
                <c:pt idx="51">
                  <c:v>30</c:v>
                </c:pt>
                <c:pt idx="52">
                  <c:v>40</c:v>
                </c:pt>
                <c:pt idx="53">
                  <c:v>40</c:v>
                </c:pt>
                <c:pt idx="54">
                  <c:v>30</c:v>
                </c:pt>
                <c:pt idx="55">
                  <c:v>30</c:v>
                </c:pt>
                <c:pt idx="56">
                  <c:v>30</c:v>
                </c:pt>
                <c:pt idx="57">
                  <c:v>30</c:v>
                </c:pt>
                <c:pt idx="58">
                  <c:v>30</c:v>
                </c:pt>
                <c:pt idx="59">
                  <c:v>30</c:v>
                </c:pt>
                <c:pt idx="60">
                  <c:v>30</c:v>
                </c:pt>
                <c:pt idx="61">
                  <c:v>30</c:v>
                </c:pt>
                <c:pt idx="62">
                  <c:v>30</c:v>
                </c:pt>
                <c:pt idx="63">
                  <c:v>30</c:v>
                </c:pt>
                <c:pt idx="64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9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43217</c:v>
                </c:pt>
                <c:pt idx="51">
                  <c:v>43224</c:v>
                </c:pt>
                <c:pt idx="52">
                  <c:v>43231</c:v>
                </c:pt>
                <c:pt idx="53">
                  <c:v>43238</c:v>
                </c:pt>
                <c:pt idx="54">
                  <c:v>43245</c:v>
                </c:pt>
                <c:pt idx="55">
                  <c:v>43252</c:v>
                </c:pt>
                <c:pt idx="56">
                  <c:v>43259</c:v>
                </c:pt>
                <c:pt idx="57">
                  <c:v>43266</c:v>
                </c:pt>
                <c:pt idx="58">
                  <c:v>43273</c:v>
                </c:pt>
                <c:pt idx="59">
                  <c:v>43280</c:v>
                </c:pt>
                <c:pt idx="60">
                  <c:v>43287</c:v>
                </c:pt>
                <c:pt idx="61">
                  <c:v>43294</c:v>
                </c:pt>
                <c:pt idx="62">
                  <c:v>43301</c:v>
                </c:pt>
                <c:pt idx="63">
                  <c:v>43308</c:v>
                </c:pt>
                <c:pt idx="64">
                  <c:v>43315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262223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Gum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75454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2,472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56%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98%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350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9750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Candy - Snacks - Business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Gum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80407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706K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6098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Breakfast Bars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2863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391%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165%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143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Gum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2019-08-13T20:52:23Z</dcterms:modified>
</cp:coreProperties>
</file>