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4" d="100"/>
          <a:sy n="34" d="100"/>
        </p:scale>
        <p:origin x="1116" y="84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43168</c:v>
                </c:pt>
                <c:pt idx="25">
                  <c:v>43175</c:v>
                </c:pt>
                <c:pt idx="26">
                  <c:v>43182</c:v>
                </c:pt>
                <c:pt idx="27">
                  <c:v>43189</c:v>
                </c:pt>
                <c:pt idx="28">
                  <c:v>43196</c:v>
                </c:pt>
                <c:pt idx="29">
                  <c:v>43203</c:v>
                </c:pt>
                <c:pt idx="30">
                  <c:v>43210</c:v>
                </c:pt>
                <c:pt idx="31">
                  <c:v>43217</c:v>
                </c:pt>
                <c:pt idx="32">
                  <c:v>43224</c:v>
                </c:pt>
                <c:pt idx="33">
                  <c:v>43231</c:v>
                </c:pt>
                <c:pt idx="34">
                  <c:v>43238</c:v>
                </c:pt>
                <c:pt idx="35">
                  <c:v>43245</c:v>
                </c:pt>
                <c:pt idx="36">
                  <c:v>43252</c:v>
                </c:pt>
                <c:pt idx="37">
                  <c:v>43259</c:v>
                </c:pt>
                <c:pt idx="38">
                  <c:v>43266</c:v>
                </c:pt>
                <c:pt idx="39">
                  <c:v>43273</c:v>
                </c:pt>
                <c:pt idx="40">
                  <c:v>43280</c:v>
                </c:pt>
                <c:pt idx="41">
                  <c:v>43287</c:v>
                </c:pt>
                <c:pt idx="42">
                  <c:v>43294</c:v>
                </c:pt>
                <c:pt idx="43">
                  <c:v>43301</c:v>
                </c:pt>
                <c:pt idx="44">
                  <c:v>43308</c:v>
                </c:pt>
                <c:pt idx="45">
                  <c:v>43315</c:v>
                </c:pt>
                <c:pt idx="46">
                  <c:v>43322</c:v>
                </c:pt>
                <c:pt idx="47">
                  <c:v>43329</c:v>
                </c:pt>
                <c:pt idx="48">
                  <c:v>43336</c:v>
                </c:pt>
                <c:pt idx="49">
                  <c:v>43343</c:v>
                </c:pt>
                <c:pt idx="50">
                  <c:v>43350</c:v>
                </c:pt>
                <c:pt idx="51">
                  <c:v>43357</c:v>
                </c:pt>
                <c:pt idx="52">
                  <c:v>43364</c:v>
                </c:pt>
                <c:pt idx="53">
                  <c:v>43371</c:v>
                </c:pt>
                <c:pt idx="54">
                  <c:v>43378</c:v>
                </c:pt>
                <c:pt idx="55">
                  <c:v>43385</c:v>
                </c:pt>
                <c:pt idx="56">
                  <c:v>43392</c:v>
                </c:pt>
                <c:pt idx="57">
                  <c:v>43399</c:v>
                </c:pt>
                <c:pt idx="58">
                  <c:v>43406</c:v>
                </c:pt>
                <c:pt idx="59">
                  <c:v>43413</c:v>
                </c:pt>
                <c:pt idx="60">
                  <c:v>43420</c:v>
                </c:pt>
                <c:pt idx="61">
                  <c:v>43427</c:v>
                </c:pt>
                <c:pt idx="62">
                  <c:v>43434</c:v>
                </c:pt>
                <c:pt idx="63">
                  <c:v>43441</c:v>
                </c:pt>
                <c:pt idx="64">
                  <c:v>43448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0</c:v>
                </c:pt>
                <c:pt idx="25">
                  <c:v>20</c:v>
                </c:pt>
                <c:pt idx="26">
                  <c:v>140</c:v>
                </c:pt>
                <c:pt idx="27">
                  <c:v>250</c:v>
                </c:pt>
                <c:pt idx="28">
                  <c:v>310</c:v>
                </c:pt>
                <c:pt idx="29">
                  <c:v>320</c:v>
                </c:pt>
                <c:pt idx="30">
                  <c:v>330</c:v>
                </c:pt>
                <c:pt idx="31">
                  <c:v>350</c:v>
                </c:pt>
                <c:pt idx="32">
                  <c:v>360</c:v>
                </c:pt>
                <c:pt idx="33">
                  <c:v>420</c:v>
                </c:pt>
                <c:pt idx="34">
                  <c:v>400</c:v>
                </c:pt>
                <c:pt idx="35">
                  <c:v>390</c:v>
                </c:pt>
                <c:pt idx="36">
                  <c:v>410</c:v>
                </c:pt>
                <c:pt idx="37">
                  <c:v>380</c:v>
                </c:pt>
                <c:pt idx="38">
                  <c:v>400</c:v>
                </c:pt>
                <c:pt idx="39">
                  <c:v>360</c:v>
                </c:pt>
                <c:pt idx="40">
                  <c:v>440</c:v>
                </c:pt>
                <c:pt idx="41">
                  <c:v>430</c:v>
                </c:pt>
                <c:pt idx="42">
                  <c:v>480</c:v>
                </c:pt>
                <c:pt idx="43">
                  <c:v>520</c:v>
                </c:pt>
                <c:pt idx="44">
                  <c:v>540</c:v>
                </c:pt>
                <c:pt idx="45">
                  <c:v>510</c:v>
                </c:pt>
                <c:pt idx="46">
                  <c:v>490</c:v>
                </c:pt>
                <c:pt idx="47">
                  <c:v>510</c:v>
                </c:pt>
                <c:pt idx="48">
                  <c:v>470</c:v>
                </c:pt>
                <c:pt idx="49">
                  <c:v>470</c:v>
                </c:pt>
                <c:pt idx="50">
                  <c:v>470</c:v>
                </c:pt>
                <c:pt idx="51">
                  <c:v>460</c:v>
                </c:pt>
                <c:pt idx="52">
                  <c:v>640</c:v>
                </c:pt>
                <c:pt idx="53">
                  <c:v>440</c:v>
                </c:pt>
                <c:pt idx="54">
                  <c:v>440</c:v>
                </c:pt>
                <c:pt idx="55">
                  <c:v>410</c:v>
                </c:pt>
                <c:pt idx="56">
                  <c:v>410</c:v>
                </c:pt>
                <c:pt idx="57">
                  <c:v>320</c:v>
                </c:pt>
                <c:pt idx="58">
                  <c:v>330</c:v>
                </c:pt>
                <c:pt idx="59">
                  <c:v>540</c:v>
                </c:pt>
                <c:pt idx="60">
                  <c:v>460</c:v>
                </c:pt>
                <c:pt idx="61">
                  <c:v>430</c:v>
                </c:pt>
                <c:pt idx="62">
                  <c:v>250</c:v>
                </c:pt>
                <c:pt idx="63">
                  <c:v>280</c:v>
                </c:pt>
                <c:pt idx="64">
                  <c:v>450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43168</c:v>
                </c:pt>
                <c:pt idx="25">
                  <c:v>43175</c:v>
                </c:pt>
                <c:pt idx="26">
                  <c:v>43182</c:v>
                </c:pt>
                <c:pt idx="27">
                  <c:v>43189</c:v>
                </c:pt>
                <c:pt idx="28">
                  <c:v>43196</c:v>
                </c:pt>
                <c:pt idx="29">
                  <c:v>43203</c:v>
                </c:pt>
                <c:pt idx="30">
                  <c:v>43210</c:v>
                </c:pt>
                <c:pt idx="31">
                  <c:v>43217</c:v>
                </c:pt>
                <c:pt idx="32">
                  <c:v>43224</c:v>
                </c:pt>
                <c:pt idx="33">
                  <c:v>43231</c:v>
                </c:pt>
                <c:pt idx="34">
                  <c:v>43238</c:v>
                </c:pt>
                <c:pt idx="35">
                  <c:v>43245</c:v>
                </c:pt>
                <c:pt idx="36">
                  <c:v>43252</c:v>
                </c:pt>
                <c:pt idx="37">
                  <c:v>43259</c:v>
                </c:pt>
                <c:pt idx="38">
                  <c:v>43266</c:v>
                </c:pt>
                <c:pt idx="39">
                  <c:v>43273</c:v>
                </c:pt>
                <c:pt idx="40">
                  <c:v>43280</c:v>
                </c:pt>
                <c:pt idx="41">
                  <c:v>43287</c:v>
                </c:pt>
                <c:pt idx="42">
                  <c:v>43294</c:v>
                </c:pt>
                <c:pt idx="43">
                  <c:v>43301</c:v>
                </c:pt>
                <c:pt idx="44">
                  <c:v>43308</c:v>
                </c:pt>
                <c:pt idx="45">
                  <c:v>43315</c:v>
                </c:pt>
                <c:pt idx="46">
                  <c:v>43322</c:v>
                </c:pt>
                <c:pt idx="47">
                  <c:v>43329</c:v>
                </c:pt>
                <c:pt idx="48">
                  <c:v>43336</c:v>
                </c:pt>
                <c:pt idx="49">
                  <c:v>43343</c:v>
                </c:pt>
                <c:pt idx="50">
                  <c:v>43350</c:v>
                </c:pt>
                <c:pt idx="51">
                  <c:v>43357</c:v>
                </c:pt>
                <c:pt idx="52">
                  <c:v>43364</c:v>
                </c:pt>
                <c:pt idx="53">
                  <c:v>43371</c:v>
                </c:pt>
                <c:pt idx="54">
                  <c:v>43378</c:v>
                </c:pt>
                <c:pt idx="55">
                  <c:v>43385</c:v>
                </c:pt>
                <c:pt idx="56">
                  <c:v>43392</c:v>
                </c:pt>
                <c:pt idx="57">
                  <c:v>43399</c:v>
                </c:pt>
                <c:pt idx="58">
                  <c:v>43406</c:v>
                </c:pt>
                <c:pt idx="59">
                  <c:v>43413</c:v>
                </c:pt>
                <c:pt idx="60">
                  <c:v>43420</c:v>
                </c:pt>
                <c:pt idx="61">
                  <c:v>43427</c:v>
                </c:pt>
                <c:pt idx="62">
                  <c:v>43434</c:v>
                </c:pt>
                <c:pt idx="63">
                  <c:v>43441</c:v>
                </c:pt>
                <c:pt idx="64">
                  <c:v>43448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0</c:v>
                </c:pt>
                <c:pt idx="25">
                  <c:v>30</c:v>
                </c:pt>
                <c:pt idx="26">
                  <c:v>160</c:v>
                </c:pt>
                <c:pt idx="27">
                  <c:v>290</c:v>
                </c:pt>
                <c:pt idx="28">
                  <c:v>330</c:v>
                </c:pt>
                <c:pt idx="29">
                  <c:v>350</c:v>
                </c:pt>
                <c:pt idx="30">
                  <c:v>370</c:v>
                </c:pt>
                <c:pt idx="31">
                  <c:v>380</c:v>
                </c:pt>
                <c:pt idx="32">
                  <c:v>390</c:v>
                </c:pt>
                <c:pt idx="33">
                  <c:v>430</c:v>
                </c:pt>
                <c:pt idx="34">
                  <c:v>430</c:v>
                </c:pt>
                <c:pt idx="35">
                  <c:v>410</c:v>
                </c:pt>
                <c:pt idx="36">
                  <c:v>420</c:v>
                </c:pt>
                <c:pt idx="37">
                  <c:v>390</c:v>
                </c:pt>
                <c:pt idx="38">
                  <c:v>400</c:v>
                </c:pt>
                <c:pt idx="39">
                  <c:v>420</c:v>
                </c:pt>
                <c:pt idx="40">
                  <c:v>430</c:v>
                </c:pt>
                <c:pt idx="41">
                  <c:v>470</c:v>
                </c:pt>
                <c:pt idx="42">
                  <c:v>480</c:v>
                </c:pt>
                <c:pt idx="43">
                  <c:v>580</c:v>
                </c:pt>
                <c:pt idx="44">
                  <c:v>590</c:v>
                </c:pt>
                <c:pt idx="45">
                  <c:v>520</c:v>
                </c:pt>
                <c:pt idx="46">
                  <c:v>500</c:v>
                </c:pt>
                <c:pt idx="47">
                  <c:v>530</c:v>
                </c:pt>
                <c:pt idx="48">
                  <c:v>490</c:v>
                </c:pt>
                <c:pt idx="49">
                  <c:v>470</c:v>
                </c:pt>
                <c:pt idx="50">
                  <c:v>500</c:v>
                </c:pt>
                <c:pt idx="51">
                  <c:v>480</c:v>
                </c:pt>
                <c:pt idx="52">
                  <c:v>480</c:v>
                </c:pt>
                <c:pt idx="53">
                  <c:v>430</c:v>
                </c:pt>
                <c:pt idx="54">
                  <c:v>420</c:v>
                </c:pt>
                <c:pt idx="55">
                  <c:v>410</c:v>
                </c:pt>
                <c:pt idx="56">
                  <c:v>400</c:v>
                </c:pt>
                <c:pt idx="57">
                  <c:v>310</c:v>
                </c:pt>
                <c:pt idx="58">
                  <c:v>330</c:v>
                </c:pt>
                <c:pt idx="59">
                  <c:v>540</c:v>
                </c:pt>
                <c:pt idx="60">
                  <c:v>490</c:v>
                </c:pt>
                <c:pt idx="61">
                  <c:v>470</c:v>
                </c:pt>
                <c:pt idx="62">
                  <c:v>270</c:v>
                </c:pt>
                <c:pt idx="63">
                  <c:v>290</c:v>
                </c:pt>
                <c:pt idx="64">
                  <c:v>450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5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43168</c:v>
                </c:pt>
                <c:pt idx="25">
                  <c:v>43175</c:v>
                </c:pt>
                <c:pt idx="26">
                  <c:v>43182</c:v>
                </c:pt>
                <c:pt idx="27">
                  <c:v>43189</c:v>
                </c:pt>
                <c:pt idx="28">
                  <c:v>43196</c:v>
                </c:pt>
                <c:pt idx="29">
                  <c:v>43203</c:v>
                </c:pt>
                <c:pt idx="30">
                  <c:v>43210</c:v>
                </c:pt>
                <c:pt idx="31">
                  <c:v>43217</c:v>
                </c:pt>
                <c:pt idx="32">
                  <c:v>43224</c:v>
                </c:pt>
                <c:pt idx="33">
                  <c:v>43231</c:v>
                </c:pt>
                <c:pt idx="34">
                  <c:v>43238</c:v>
                </c:pt>
                <c:pt idx="35">
                  <c:v>43245</c:v>
                </c:pt>
                <c:pt idx="36">
                  <c:v>43252</c:v>
                </c:pt>
                <c:pt idx="37">
                  <c:v>43259</c:v>
                </c:pt>
                <c:pt idx="38">
                  <c:v>43266</c:v>
                </c:pt>
                <c:pt idx="39">
                  <c:v>43273</c:v>
                </c:pt>
                <c:pt idx="40">
                  <c:v>43280</c:v>
                </c:pt>
                <c:pt idx="41">
                  <c:v>43287</c:v>
                </c:pt>
                <c:pt idx="42">
                  <c:v>43294</c:v>
                </c:pt>
                <c:pt idx="43">
                  <c:v>43301</c:v>
                </c:pt>
                <c:pt idx="44">
                  <c:v>43308</c:v>
                </c:pt>
                <c:pt idx="45">
                  <c:v>43315</c:v>
                </c:pt>
                <c:pt idx="46">
                  <c:v>43322</c:v>
                </c:pt>
                <c:pt idx="47">
                  <c:v>43329</c:v>
                </c:pt>
                <c:pt idx="48">
                  <c:v>43336</c:v>
                </c:pt>
                <c:pt idx="49">
                  <c:v>43343</c:v>
                </c:pt>
                <c:pt idx="50">
                  <c:v>43350</c:v>
                </c:pt>
                <c:pt idx="51">
                  <c:v>43357</c:v>
                </c:pt>
                <c:pt idx="52">
                  <c:v>43364</c:v>
                </c:pt>
                <c:pt idx="53">
                  <c:v>43371</c:v>
                </c:pt>
                <c:pt idx="54">
                  <c:v>43378</c:v>
                </c:pt>
                <c:pt idx="55">
                  <c:v>43385</c:v>
                </c:pt>
                <c:pt idx="56">
                  <c:v>43392</c:v>
                </c:pt>
                <c:pt idx="57">
                  <c:v>43399</c:v>
                </c:pt>
                <c:pt idx="58">
                  <c:v>43406</c:v>
                </c:pt>
                <c:pt idx="59">
                  <c:v>43413</c:v>
                </c:pt>
                <c:pt idx="60">
                  <c:v>43420</c:v>
                </c:pt>
                <c:pt idx="61">
                  <c:v>43427</c:v>
                </c:pt>
                <c:pt idx="62">
                  <c:v>43434</c:v>
                </c:pt>
                <c:pt idx="63">
                  <c:v>43441</c:v>
                </c:pt>
                <c:pt idx="64">
                  <c:v>43448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1830329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rmAutofit/>
          </a:bodyPr>
          <a:lstStyle/>
          <a:p>
            <a:r>
              <a:rPr lang="en-US" sz="5400"/>
              <a:t>Adult Nutrition Bar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  <a:latin typeface="Pluto Sans Cond Regular" panose="02000000000000000000" pitchFamily="50" charset="0"/>
              </a:rPr>
              <a:t>#1 sales week</a:t>
            </a:r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056694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7,547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61%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8%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30%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70%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7523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350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Primary Item (Sample)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49645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Coffee And Breakfast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Adult Nutrition Bar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011483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4.0M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563K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14.2%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1.4%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21.9%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TIS Program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80636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37%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-1%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866</TotalTime>
  <Words>143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Bold</vt:lpstr>
      <vt:lpstr>Pluto Sans</vt:lpstr>
      <vt:lpstr>Pluto Sans Bold</vt:lpstr>
      <vt:lpstr>Pluto Sans Cond Regular</vt:lpstr>
      <vt:lpstr>PT Sans Caption</vt:lpstr>
      <vt:lpstr>Office Theme</vt:lpstr>
      <vt:lpstr>Adult Nutrition Bar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232</cp:revision>
  <dcterms:created xsi:type="dcterms:W3CDTF">2018-12-12T20:08:26Z</dcterms:created>
  <dcterms:modified xsi:type="dcterms:W3CDTF">2019-01-14T19:10:38Z</dcterms:modified>
</cp:coreProperties>
</file>