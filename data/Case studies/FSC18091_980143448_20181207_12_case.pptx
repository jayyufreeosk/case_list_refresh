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50</c:v>
                </c:pt>
                <c:pt idx="45">
                  <c:v>210</c:v>
                </c:pt>
                <c:pt idx="46">
                  <c:v>290</c:v>
                </c:pt>
                <c:pt idx="47">
                  <c:v>420</c:v>
                </c:pt>
                <c:pt idx="48">
                  <c:v>440</c:v>
                </c:pt>
                <c:pt idx="49">
                  <c:v>490</c:v>
                </c:pt>
                <c:pt idx="50">
                  <c:v>780</c:v>
                </c:pt>
                <c:pt idx="51">
                  <c:v>630</c:v>
                </c:pt>
                <c:pt idx="52">
                  <c:v>950</c:v>
                </c:pt>
                <c:pt idx="53">
                  <c:v>650</c:v>
                </c:pt>
                <c:pt idx="54">
                  <c:v>680</c:v>
                </c:pt>
                <c:pt idx="55">
                  <c:v>1440</c:v>
                </c:pt>
                <c:pt idx="56">
                  <c:v>1600</c:v>
                </c:pt>
                <c:pt idx="57">
                  <c:v>1420</c:v>
                </c:pt>
                <c:pt idx="58">
                  <c:v>1290</c:v>
                </c:pt>
                <c:pt idx="59">
                  <c:v>1260</c:v>
                </c:pt>
                <c:pt idx="60">
                  <c:v>1290</c:v>
                </c:pt>
                <c:pt idx="61">
                  <c:v>1100</c:v>
                </c:pt>
                <c:pt idx="62">
                  <c:v>1110</c:v>
                </c:pt>
                <c:pt idx="63">
                  <c:v>930</c:v>
                </c:pt>
                <c:pt idx="64">
                  <c:v>640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50</c:v>
                </c:pt>
                <c:pt idx="45">
                  <c:v>270</c:v>
                </c:pt>
                <c:pt idx="46">
                  <c:v>370</c:v>
                </c:pt>
                <c:pt idx="47">
                  <c:v>510</c:v>
                </c:pt>
                <c:pt idx="48">
                  <c:v>540</c:v>
                </c:pt>
                <c:pt idx="49">
                  <c:v>540</c:v>
                </c:pt>
                <c:pt idx="50">
                  <c:v>790</c:v>
                </c:pt>
                <c:pt idx="51">
                  <c:v>740</c:v>
                </c:pt>
                <c:pt idx="52">
                  <c:v>640</c:v>
                </c:pt>
                <c:pt idx="53">
                  <c:v>770</c:v>
                </c:pt>
                <c:pt idx="54">
                  <c:v>740</c:v>
                </c:pt>
                <c:pt idx="55">
                  <c:v>1540</c:v>
                </c:pt>
                <c:pt idx="56">
                  <c:v>1690</c:v>
                </c:pt>
                <c:pt idx="57">
                  <c:v>1540</c:v>
                </c:pt>
                <c:pt idx="58">
                  <c:v>1390</c:v>
                </c:pt>
                <c:pt idx="59">
                  <c:v>1370</c:v>
                </c:pt>
                <c:pt idx="60">
                  <c:v>1400</c:v>
                </c:pt>
                <c:pt idx="61">
                  <c:v>1100</c:v>
                </c:pt>
                <c:pt idx="62">
                  <c:v>1160</c:v>
                </c:pt>
                <c:pt idx="63">
                  <c:v>980</c:v>
                </c:pt>
                <c:pt idx="64">
                  <c:v>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6979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Trash Bags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9150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2,905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039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Tabletop And Bags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Trash Bags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29301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905K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9488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Trash Bags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2019-03-11T19:48:43Z</dcterms:modified>
</cp:coreProperties>
</file>